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Alta" panose="02000503000000000000" pitchFamily="2" charset="0"/>
      <p:regular r:id="rId11"/>
    </p:embeddedFont>
    <p:embeddedFont>
      <p:font typeface="Calibri" panose="020F0502020204030204" pitchFamily="34" charset="0"/>
      <p:regular r:id="rId12"/>
      <p:bold r:id="rId13"/>
      <p:italic r:id="rId14"/>
      <p:boldItalic r:id="rId15"/>
    </p:embeddedFont>
    <p:embeddedFont>
      <p:font typeface="Le Jour Serif" panose="02000500000000000000" pitchFamily="2" charset="0"/>
      <p:regular r:id="rId16"/>
    </p:embeddedFont>
    <p:embeddedFont>
      <p:font typeface="Open Sans" panose="020B0606030504020204" pitchFamily="34" charset="0"/>
      <p:regular r:id="rId17"/>
      <p:bold r:id="rId18"/>
      <p:italic r:id="rId19"/>
      <p:boldItalic r:id="rId20"/>
    </p:embeddedFont>
    <p:embeddedFont>
      <p:font typeface="Times New Roman" panose="02020603050405020304" pitchFamily="18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52" autoAdjust="0"/>
    <p:restoredTop sz="94580" autoAdjust="0"/>
  </p:normalViewPr>
  <p:slideViewPr>
    <p:cSldViewPr>
      <p:cViewPr varScale="1">
        <p:scale>
          <a:sx n="79" d="100"/>
          <a:sy n="79" d="100"/>
        </p:scale>
        <p:origin x="264" y="2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ttktjmt.github.io/mjswan/" TargetMode="External"/><Relationship Id="rId2" Type="http://schemas.openxmlformats.org/officeDocument/2006/relationships/hyperlink" Target="https://github.com/huggingface/lerobot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github.com/unitreerobotics?utm_source=chatgpt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548782" y="3638133"/>
            <a:ext cx="13190436" cy="1524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956"/>
              </a:lnSpc>
            </a:pPr>
            <a:r>
              <a:rPr lang="en-US" sz="10219" spc="1400">
                <a:solidFill>
                  <a:srgbClr val="FFFFFF"/>
                </a:solidFill>
                <a:latin typeface="Le Jour Serif"/>
                <a:ea typeface="Le Jour Serif"/>
                <a:cs typeface="Le Jour Serif"/>
                <a:sym typeface="Le Jour Serif"/>
              </a:rPr>
              <a:t>WEEK 5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819851" y="8770620"/>
            <a:ext cx="6648299" cy="487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9"/>
              </a:lnSpc>
            </a:pPr>
            <a:r>
              <a:rPr lang="en-US" sz="3000" spc="410">
                <a:solidFill>
                  <a:srgbClr val="FFFFFF"/>
                </a:solidFill>
                <a:latin typeface="Alta"/>
                <a:ea typeface="Alta"/>
                <a:cs typeface="Alta"/>
                <a:sym typeface="Alta"/>
              </a:rPr>
              <a:t>CESAR A. PASCAL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4800917"/>
            <a:ext cx="18288000" cy="1799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week I explored new functionalities within the MuJoCo simulation environment and experimented with different platforms to improve the training and deployment of simulation models.</a:t>
            </a:r>
          </a:p>
          <a:p>
            <a:pPr algn="ctr">
              <a:lnSpc>
                <a:spcPts val="4759"/>
              </a:lnSpc>
            </a:pPr>
            <a:endParaRPr lang="en-US" sz="3399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308552" y="5789671"/>
            <a:ext cx="11670897" cy="2425121"/>
          </a:xfrm>
          <a:custGeom>
            <a:avLst/>
            <a:gdLst/>
            <a:ahLst/>
            <a:cxnLst/>
            <a:rect l="l" t="t" r="r" b="b"/>
            <a:pathLst>
              <a:path w="11670897" h="2425121">
                <a:moveTo>
                  <a:pt x="0" y="0"/>
                </a:moveTo>
                <a:lnTo>
                  <a:pt x="11670896" y="0"/>
                </a:lnTo>
                <a:lnTo>
                  <a:pt x="11670896" y="2425121"/>
                </a:lnTo>
                <a:lnTo>
                  <a:pt x="0" y="24251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796254" y="1543685"/>
            <a:ext cx="14695491" cy="3599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Using LeRobot, an open-source framework for training and controlling humanoid robots, I modified the MuJoCo simulation environment by adding structural elements and deploying multiple Unitree G1 humanoid robots. After configuring the environment and policies, I was able to successfully achieve a stable standing posture for the robots.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2552550"/>
            <a:ext cx="7428549" cy="5181900"/>
          </a:xfrm>
          <a:custGeom>
            <a:avLst/>
            <a:gdLst/>
            <a:ahLst/>
            <a:cxnLst/>
            <a:rect l="l" t="t" r="r" b="b"/>
            <a:pathLst>
              <a:path w="7428549" h="5181900">
                <a:moveTo>
                  <a:pt x="0" y="0"/>
                </a:moveTo>
                <a:lnTo>
                  <a:pt x="7428549" y="0"/>
                </a:lnTo>
                <a:lnTo>
                  <a:pt x="7428549" y="5181900"/>
                </a:lnTo>
                <a:lnTo>
                  <a:pt x="0" y="51819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144000" y="2591787"/>
            <a:ext cx="7823070" cy="5103427"/>
          </a:xfrm>
          <a:custGeom>
            <a:avLst/>
            <a:gdLst/>
            <a:ahLst/>
            <a:cxnLst/>
            <a:rect l="l" t="t" r="r" b="b"/>
            <a:pathLst>
              <a:path w="7823070" h="5103427">
                <a:moveTo>
                  <a:pt x="0" y="0"/>
                </a:moveTo>
                <a:lnTo>
                  <a:pt x="7823070" y="0"/>
                </a:lnTo>
                <a:lnTo>
                  <a:pt x="7823070" y="5103426"/>
                </a:lnTo>
                <a:lnTo>
                  <a:pt x="0" y="51034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2760675"/>
            <a:ext cx="8015642" cy="5207242"/>
          </a:xfrm>
          <a:custGeom>
            <a:avLst/>
            <a:gdLst/>
            <a:ahLst/>
            <a:cxnLst/>
            <a:rect l="l" t="t" r="r" b="b"/>
            <a:pathLst>
              <a:path w="8015642" h="5207242">
                <a:moveTo>
                  <a:pt x="0" y="0"/>
                </a:moveTo>
                <a:lnTo>
                  <a:pt x="8015642" y="0"/>
                </a:lnTo>
                <a:lnTo>
                  <a:pt x="8015642" y="5207241"/>
                </a:lnTo>
                <a:lnTo>
                  <a:pt x="0" y="52072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472695" y="2760675"/>
            <a:ext cx="7786605" cy="5207242"/>
          </a:xfrm>
          <a:custGeom>
            <a:avLst/>
            <a:gdLst/>
            <a:ahLst/>
            <a:cxnLst/>
            <a:rect l="l" t="t" r="r" b="b"/>
            <a:pathLst>
              <a:path w="7786605" h="5207242">
                <a:moveTo>
                  <a:pt x="0" y="0"/>
                </a:moveTo>
                <a:lnTo>
                  <a:pt x="7786605" y="0"/>
                </a:lnTo>
                <a:lnTo>
                  <a:pt x="7786605" y="5207241"/>
                </a:lnTo>
                <a:lnTo>
                  <a:pt x="0" y="52072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5076825"/>
            <a:ext cx="18288000" cy="2380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Additionally, I discovered a web platform that allows trained models to be shared through a simple URL, enabling easier distribution of simulations for class demonstrations and collaborative projects.</a:t>
            </a:r>
          </a:p>
          <a:p>
            <a:pPr algn="ctr">
              <a:lnSpc>
                <a:spcPts val="4759"/>
              </a:lnSpc>
            </a:pPr>
            <a:endParaRPr lang="en-US" sz="3399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/>
          <a:stretch>
            <a:fillRect/>
          </a:stretch>
        </p:blipFill>
        <p:spPr>
          <a:xfrm>
            <a:off x="3750070" y="2177068"/>
            <a:ext cx="11549812" cy="6398881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6733729" y="942975"/>
            <a:ext cx="4820543" cy="599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Here is a demostration of it.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10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339410" y="2590916"/>
            <a:ext cx="12367045" cy="5019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82"/>
              </a:lnSpc>
            </a:pPr>
            <a:r>
              <a:rPr lang="en-US" sz="477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 will continue exploring this platform to implement my own model and evaluate how effective it is in practice, with the goal of potentially conducting experiments without requiring local simulation software.</a:t>
            </a:r>
          </a:p>
          <a:p>
            <a:pPr algn="ctr">
              <a:lnSpc>
                <a:spcPts val="6682"/>
              </a:lnSpc>
            </a:pPr>
            <a:endParaRPr lang="en-US" sz="4773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9419" y="1094844"/>
            <a:ext cx="18009163" cy="5331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References</a:t>
            </a:r>
          </a:p>
          <a:p>
            <a:pPr>
              <a:buFont typeface="+mj-lt"/>
              <a:buAutoNum type="arabicPeriod"/>
            </a:pPr>
            <a:r>
              <a:rPr lang="en-US" sz="4000" b="1" dirty="0" err="1">
                <a:solidFill>
                  <a:schemeClr val="bg1"/>
                </a:solidFill>
              </a:rPr>
              <a:t>LeRobot</a:t>
            </a:r>
            <a:r>
              <a:rPr lang="en-US" sz="4000" b="1" dirty="0">
                <a:solidFill>
                  <a:schemeClr val="bg1"/>
                </a:solidFill>
              </a:rPr>
              <a:t> – Hugging Face Robotics Framework</a:t>
            </a:r>
            <a:br>
              <a:rPr lang="en-US" sz="4000" dirty="0">
                <a:solidFill>
                  <a:schemeClr val="bg1"/>
                </a:solidFill>
              </a:rPr>
            </a:br>
            <a:r>
              <a:rPr lang="en-US" sz="4000" dirty="0">
                <a:solidFill>
                  <a:schemeClr val="bg1"/>
                </a:solidFill>
              </a:rPr>
              <a:t>Hugging Face. </a:t>
            </a:r>
            <a:r>
              <a:rPr lang="en-US" sz="4000" i="1" dirty="0" err="1">
                <a:solidFill>
                  <a:schemeClr val="bg1"/>
                </a:solidFill>
              </a:rPr>
              <a:t>LeRobot</a:t>
            </a:r>
            <a:r>
              <a:rPr lang="en-US" sz="4000" i="1" dirty="0">
                <a:solidFill>
                  <a:schemeClr val="bg1"/>
                </a:solidFill>
              </a:rPr>
              <a:t>: Open-source framework for robotics learning and control.</a:t>
            </a:r>
            <a:br>
              <a:rPr lang="en-US" sz="4000" dirty="0">
                <a:solidFill>
                  <a:schemeClr val="bg1"/>
                </a:solidFill>
              </a:rPr>
            </a:br>
            <a:r>
              <a:rPr lang="en-US" sz="4000" dirty="0">
                <a:solidFill>
                  <a:schemeClr val="bg1"/>
                </a:solidFill>
              </a:rPr>
              <a:t>Available: </a:t>
            </a:r>
            <a:r>
              <a:rPr lang="en-US" sz="4000" dirty="0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https://github.com/huggingface/lerobot</a:t>
            </a:r>
            <a:endParaRPr lang="en-US" sz="4000" dirty="0">
              <a:solidFill>
                <a:schemeClr val="bg1"/>
              </a:solidFill>
            </a:endParaRPr>
          </a:p>
          <a:p>
            <a:pPr>
              <a:buFont typeface="+mj-lt"/>
              <a:buAutoNum type="arabicPeriod"/>
            </a:pPr>
            <a:r>
              <a:rPr lang="en-US" sz="4000" b="1" dirty="0" err="1">
                <a:solidFill>
                  <a:schemeClr val="bg1"/>
                </a:solidFill>
              </a:rPr>
              <a:t>MJSwan</a:t>
            </a:r>
            <a:r>
              <a:rPr lang="en-US" sz="4000" b="1" dirty="0">
                <a:solidFill>
                  <a:schemeClr val="bg1"/>
                </a:solidFill>
              </a:rPr>
              <a:t> – </a:t>
            </a:r>
            <a:r>
              <a:rPr lang="en-US" sz="4000" b="1" dirty="0" err="1">
                <a:solidFill>
                  <a:schemeClr val="bg1"/>
                </a:solidFill>
              </a:rPr>
              <a:t>MuJoCo</a:t>
            </a:r>
            <a:r>
              <a:rPr lang="en-US" sz="4000" b="1" dirty="0">
                <a:solidFill>
                  <a:schemeClr val="bg1"/>
                </a:solidFill>
              </a:rPr>
              <a:t> Web Simulation Platform</a:t>
            </a:r>
            <a:br>
              <a:rPr lang="en-US" sz="4000" dirty="0">
                <a:solidFill>
                  <a:schemeClr val="bg1"/>
                </a:solidFill>
              </a:rPr>
            </a:br>
            <a:r>
              <a:rPr lang="en-US" sz="4000" dirty="0">
                <a:solidFill>
                  <a:schemeClr val="bg1"/>
                </a:solidFill>
              </a:rPr>
              <a:t>M. J. </a:t>
            </a:r>
            <a:r>
              <a:rPr lang="en-US" sz="4000" dirty="0" err="1">
                <a:solidFill>
                  <a:schemeClr val="bg1"/>
                </a:solidFill>
              </a:rPr>
              <a:t>Swang</a:t>
            </a:r>
            <a:r>
              <a:rPr lang="en-US" sz="4000" dirty="0">
                <a:solidFill>
                  <a:schemeClr val="bg1"/>
                </a:solidFill>
              </a:rPr>
              <a:t>. </a:t>
            </a:r>
            <a:r>
              <a:rPr lang="en-US" sz="4000" i="1" dirty="0" err="1">
                <a:solidFill>
                  <a:schemeClr val="bg1"/>
                </a:solidFill>
              </a:rPr>
              <a:t>MJSwan</a:t>
            </a:r>
            <a:r>
              <a:rPr lang="en-US" sz="4000" i="1" dirty="0">
                <a:solidFill>
                  <a:schemeClr val="bg1"/>
                </a:solidFill>
              </a:rPr>
              <a:t>: Web-based platform for sharing and running </a:t>
            </a:r>
            <a:r>
              <a:rPr lang="en-US" sz="4000" i="1" dirty="0" err="1">
                <a:solidFill>
                  <a:schemeClr val="bg1"/>
                </a:solidFill>
              </a:rPr>
              <a:t>MuJoCo</a:t>
            </a:r>
            <a:r>
              <a:rPr lang="en-US" sz="4000" i="1" dirty="0">
                <a:solidFill>
                  <a:schemeClr val="bg1"/>
                </a:solidFill>
              </a:rPr>
              <a:t> simulations.</a:t>
            </a:r>
            <a:br>
              <a:rPr lang="en-US" sz="4000" dirty="0">
                <a:solidFill>
                  <a:schemeClr val="bg1"/>
                </a:solidFill>
              </a:rPr>
            </a:br>
            <a:r>
              <a:rPr lang="en-US" sz="4000" dirty="0">
                <a:solidFill>
                  <a:schemeClr val="bg1"/>
                </a:solidFill>
              </a:rPr>
              <a:t>Available: </a:t>
            </a:r>
            <a:r>
              <a:rPr lang="en-US" sz="4000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https://ttktjmt.github.io/mjswan/</a:t>
            </a:r>
            <a:endParaRPr lang="en-US" sz="4000" dirty="0">
              <a:solidFill>
                <a:schemeClr val="bg1"/>
              </a:solidFill>
            </a:endParaRPr>
          </a:p>
          <a:p>
            <a:pPr algn="ctr">
              <a:lnSpc>
                <a:spcPts val="3396"/>
              </a:lnSpc>
            </a:pPr>
            <a:endParaRPr lang="en-US" sz="2426" u="sng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  <a:hlinkClick r:id="rId4" tooltip="https://github.com/unitreerobotics?utm_source=chatgpt.co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423</TotalTime>
  <Words>226</Words>
  <Application>Microsoft Macintosh PowerPoint</Application>
  <PresentationFormat>Custom</PresentationFormat>
  <Paragraphs>11</Paragraphs>
  <Slides>9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Calibri</vt:lpstr>
      <vt:lpstr>Alta</vt:lpstr>
      <vt:lpstr>Open Sans</vt:lpstr>
      <vt:lpstr>Le Jour Serif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5</dc:title>
  <cp:lastModifiedBy>Cesar Pascal</cp:lastModifiedBy>
  <cp:revision>2</cp:revision>
  <dcterms:created xsi:type="dcterms:W3CDTF">2006-08-16T00:00:00Z</dcterms:created>
  <dcterms:modified xsi:type="dcterms:W3CDTF">2026-03-14T00:40:25Z</dcterms:modified>
  <dc:identifier>DAHDwEbCn9M</dc:identifier>
</cp:coreProperties>
</file>