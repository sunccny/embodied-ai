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Alta" panose="02000503000000000000" pitchFamily="2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Le Jour Serif" panose="02000500000000000000" pitchFamily="2" charset="0"/>
      <p:regular r:id="rId11"/>
    </p:embeddedFont>
    <p:embeddedFont>
      <p:font typeface="Open Sans" panose="020B06060305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8" autoAdjust="0"/>
  </p:normalViewPr>
  <p:slideViewPr>
    <p:cSldViewPr>
      <p:cViewPr varScale="1">
        <p:scale>
          <a:sx n="64" d="100"/>
          <a:sy n="64" d="100"/>
        </p:scale>
        <p:origin x="200" y="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48782" y="3638133"/>
            <a:ext cx="13190436" cy="1547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6"/>
              </a:lnSpc>
            </a:pPr>
            <a:r>
              <a:rPr lang="en-US" sz="10219" spc="140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WEEK 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19851" y="8770620"/>
            <a:ext cx="6648299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3000" spc="410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CESAR A. PASCAL VASQUEZ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5908" y="4275738"/>
            <a:ext cx="17096184" cy="166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sz="31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Since the main objective of the project is to design the experiment, I dedicated time to preparing an experiment manual that describes each section of the process in detail and explains how to complete it step by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3908060" y="2382992"/>
            <a:ext cx="10471880" cy="687530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14350" y="500684"/>
            <a:ext cx="17259300" cy="2807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2"/>
              </a:lnSpc>
            </a:pPr>
            <a:r>
              <a:rPr lang="en-US" sz="320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manual is designed in a way that gives users some freedom to modify and customize their own work. By following these steps, it was possible to create a training model that can be visualized while it is being trained.</a:t>
            </a:r>
          </a:p>
          <a:p>
            <a:pPr algn="ctr">
              <a:lnSpc>
                <a:spcPts val="4492"/>
              </a:lnSpc>
            </a:pPr>
            <a:endParaRPr lang="en-US" sz="3208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492"/>
              </a:lnSpc>
            </a:pPr>
            <a:endParaRPr lang="en-US" sz="3208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20148" y="3282494"/>
            <a:ext cx="11712300" cy="6591671"/>
          </a:xfrm>
          <a:custGeom>
            <a:avLst/>
            <a:gdLst/>
            <a:ahLst/>
            <a:cxnLst/>
            <a:rect l="l" t="t" r="r" b="b"/>
            <a:pathLst>
              <a:path w="11712300" h="6591671">
                <a:moveTo>
                  <a:pt x="0" y="0"/>
                </a:moveTo>
                <a:lnTo>
                  <a:pt x="11712300" y="0"/>
                </a:lnTo>
                <a:lnTo>
                  <a:pt x="11712300" y="6591671"/>
                </a:lnTo>
                <a:lnTo>
                  <a:pt x="0" y="6591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7054" y="1390967"/>
            <a:ext cx="17533892" cy="1709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3"/>
              </a:lnSpc>
            </a:pPr>
            <a:r>
              <a:rPr lang="en-US" sz="32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Recently, I started exploring the idea of using a genetic algorithm to train the robot. I will spend time investigating whether this method is feasible and whether it can provide an optimal or efficient training approach.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Macintosh PowerPoint</Application>
  <PresentationFormat>Custom</PresentationFormat>
  <Paragraphs>5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Alta</vt:lpstr>
      <vt:lpstr>Calibri</vt:lpstr>
      <vt:lpstr>Open Sans</vt:lpstr>
      <vt:lpstr>Le Jour Serif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</dc:title>
  <cp:lastModifiedBy>Cesar Pascal</cp:lastModifiedBy>
  <cp:revision>2</cp:revision>
  <dcterms:created xsi:type="dcterms:W3CDTF">2006-08-16T00:00:00Z</dcterms:created>
  <dcterms:modified xsi:type="dcterms:W3CDTF">2026-05-29T20:18:29Z</dcterms:modified>
  <dc:identifier>DAHJg8QwxSw</dc:identifier>
</cp:coreProperties>
</file>