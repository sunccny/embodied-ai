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 Jour Serif" charset="1" panose="02000500000000000000"/>
      <p:regular r:id="rId15"/>
    </p:embeddedFont>
    <p:embeddedFont>
      <p:font typeface="Alta" charset="1" panose="02000503000000000000"/>
      <p:regular r:id="rId16"/>
    </p:embeddedFont>
    <p:embeddedFont>
      <p:font typeface="Open Sans" charset="1" panose="020B0606030504020204"/>
      <p:regular r:id="rId17"/>
    </p:embeddedFont>
    <p:embeddedFont>
      <p:font typeface="Open Sans Bold" charset="1" panose="020B0806030504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G5KAdJMU.mp4" Type="http://schemas.openxmlformats.org/officeDocument/2006/relationships/video"/><Relationship Id="rId4" Target="../media/VAHG5KAdJMU.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9</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 VASQUEZ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35367" y="4530191"/>
            <a:ext cx="17417265" cy="1698939"/>
          </a:xfrm>
          <a:prstGeom prst="rect">
            <a:avLst/>
          </a:prstGeom>
        </p:spPr>
        <p:txBody>
          <a:bodyPr anchor="t" rtlCol="false" tIns="0" lIns="0" bIns="0" rIns="0">
            <a:spAutoFit/>
          </a:bodyPr>
          <a:lstStyle/>
          <a:p>
            <a:pPr algn="ctr">
              <a:lnSpc>
                <a:spcPts val="4533"/>
              </a:lnSpc>
            </a:pPr>
            <a:r>
              <a:rPr lang="en-US" sz="3238">
                <a:solidFill>
                  <a:srgbClr val="FFFFFF"/>
                </a:solidFill>
                <a:latin typeface="Open Sans"/>
                <a:ea typeface="Open Sans"/>
                <a:cs typeface="Open Sans"/>
                <a:sym typeface="Open Sans"/>
              </a:rPr>
              <a:t>This week, I focused on finding </a:t>
            </a:r>
            <a:r>
              <a:rPr lang="en-US" sz="3238">
                <a:solidFill>
                  <a:srgbClr val="FFFFFF"/>
                </a:solidFill>
                <a:latin typeface="Open Sans"/>
                <a:ea typeface="Open Sans"/>
                <a:cs typeface="Open Sans"/>
                <a:sym typeface="Open Sans"/>
              </a:rPr>
              <a:t>a way to develop my web platform idea into a system where the user only needs to upload a trained model, and the simulation can then run directly on a G1 robot, with the goal of eventually supporting the R1 as well.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15257" y="3389883"/>
            <a:ext cx="17657485" cy="3450085"/>
          </a:xfrm>
          <a:prstGeom prst="rect">
            <a:avLst/>
          </a:prstGeom>
        </p:spPr>
        <p:txBody>
          <a:bodyPr anchor="t" rtlCol="false" tIns="0" lIns="0" bIns="0" rIns="0">
            <a:spAutoFit/>
          </a:bodyPr>
          <a:lstStyle/>
          <a:p>
            <a:pPr algn="ctr">
              <a:lnSpc>
                <a:spcPts val="4595"/>
              </a:lnSpc>
            </a:pPr>
            <a:r>
              <a:rPr lang="en-US" sz="3282">
                <a:solidFill>
                  <a:srgbClr val="FFFFFF"/>
                </a:solidFill>
                <a:latin typeface="Open Sans"/>
                <a:ea typeface="Open Sans"/>
                <a:cs typeface="Open Sans"/>
                <a:sym typeface="Open Sans"/>
              </a:rPr>
              <a:t>I </a:t>
            </a:r>
            <a:r>
              <a:rPr lang="en-US" sz="3282">
                <a:solidFill>
                  <a:srgbClr val="FFFFFF"/>
                </a:solidFill>
                <a:latin typeface="Open Sans"/>
                <a:ea typeface="Open Sans"/>
                <a:cs typeface="Open Sans"/>
                <a:sym typeface="Open Sans"/>
              </a:rPr>
              <a:t>also explored the design of the web interface to better visualize the final product. While the UI development is relatively straightforward, the main challenge is building an environment that can accept and run user-provided policies. This requires a robust backend structure, including a core execution pipeline and a model integration layer capable of handling different policy formats and ensuring compatibility with the simulation.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3472016"/>
            <a:ext cx="18288000" cy="238061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Here is </a:t>
            </a:r>
            <a:r>
              <a:rPr lang="en-US" sz="3399">
                <a:solidFill>
                  <a:srgbClr val="FFFFFF"/>
                </a:solidFill>
                <a:latin typeface="Open Sans"/>
                <a:ea typeface="Open Sans"/>
                <a:cs typeface="Open Sans"/>
                <a:sym typeface="Open Sans"/>
              </a:rPr>
              <a:t>a conceptual example of the final product I am aiming for: a web-based UI that allows users to select the robot model, load a policy, and choose the simulation environment. Additionally, the interface would provide real-time visualization of joint states and other relevant system variables.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588994" y="704253"/>
            <a:ext cx="17110012" cy="8219935"/>
          </a:xfrm>
          <a:custGeom>
            <a:avLst/>
            <a:gdLst/>
            <a:ahLst/>
            <a:cxnLst/>
            <a:rect r="r" b="b" t="t" l="l"/>
            <a:pathLst>
              <a:path h="8219935" w="17110012">
                <a:moveTo>
                  <a:pt x="0" y="0"/>
                </a:moveTo>
                <a:lnTo>
                  <a:pt x="17110012" y="0"/>
                </a:lnTo>
                <a:lnTo>
                  <a:pt x="17110012" y="8219935"/>
                </a:lnTo>
                <a:lnTo>
                  <a:pt x="0" y="8219935"/>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40698" y="3950310"/>
            <a:ext cx="17806603" cy="2319705"/>
          </a:xfrm>
          <a:prstGeom prst="rect">
            <a:avLst/>
          </a:prstGeom>
        </p:spPr>
        <p:txBody>
          <a:bodyPr anchor="t" rtlCol="false" tIns="0" lIns="0" bIns="0" rIns="0">
            <a:spAutoFit/>
          </a:bodyPr>
          <a:lstStyle/>
          <a:p>
            <a:pPr algn="ctr">
              <a:lnSpc>
                <a:spcPts val="4634"/>
              </a:lnSpc>
            </a:pPr>
            <a:r>
              <a:rPr lang="en-US" sz="3310">
                <a:solidFill>
                  <a:srgbClr val="FFFFFF"/>
                </a:solidFill>
                <a:latin typeface="Open Sans"/>
                <a:ea typeface="Open Sans"/>
                <a:cs typeface="Open Sans"/>
                <a:sym typeface="Open Sans"/>
              </a:rPr>
              <a:t>As discussed previously, executing the policy in the browser is relatively simple. The main challenge lies in mapping the policy outputs to the robot’s joints and ensuring proper visualization, particularly when handling multiple policies with potentially different structures.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020549" y="2557207"/>
            <a:ext cx="6246902" cy="7196523"/>
          </a:xfrm>
          <a:prstGeom prst="rect">
            <a:avLst/>
          </a:prstGeom>
        </p:spPr>
      </p:pic>
      <p:sp>
        <p:nvSpPr>
          <p:cNvPr name="TextBox 3" id="3"/>
          <p:cNvSpPr txBox="true"/>
          <p:nvPr/>
        </p:nvSpPr>
        <p:spPr>
          <a:xfrm rot="0">
            <a:off x="269476" y="616572"/>
            <a:ext cx="18018524" cy="1755286"/>
          </a:xfrm>
          <a:prstGeom prst="rect">
            <a:avLst/>
          </a:prstGeom>
        </p:spPr>
        <p:txBody>
          <a:bodyPr anchor="t" rtlCol="false" tIns="0" lIns="0" bIns="0" rIns="0">
            <a:spAutoFit/>
          </a:bodyPr>
          <a:lstStyle/>
          <a:p>
            <a:pPr algn="ctr">
              <a:lnSpc>
                <a:spcPts val="4689"/>
              </a:lnSpc>
            </a:pPr>
            <a:r>
              <a:rPr lang="en-US" sz="3349">
                <a:solidFill>
                  <a:srgbClr val="FFFFFF"/>
                </a:solidFill>
                <a:latin typeface="Open Sans"/>
                <a:ea typeface="Open Sans"/>
                <a:cs typeface="Open Sans"/>
                <a:sym typeface="Open Sans"/>
              </a:rPr>
              <a:t>This demonstr</a:t>
            </a:r>
            <a:r>
              <a:rPr lang="en-US" sz="3349">
                <a:solidFill>
                  <a:srgbClr val="FFFFFF"/>
                </a:solidFill>
                <a:latin typeface="Open Sans"/>
                <a:ea typeface="Open Sans"/>
                <a:cs typeface="Open Sans"/>
                <a:sym typeface="Open Sans"/>
              </a:rPr>
              <a:t>ates how policy outputs can be observed in real time via the browser console. The next step is to integrate these values into the UI to validate correct data flow and processing, before mapping them to the G1 model’s joints.</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346103" y="1133567"/>
            <a:ext cx="11595795" cy="8981440"/>
          </a:xfrm>
          <a:prstGeom prst="rect">
            <a:avLst/>
          </a:prstGeom>
        </p:spPr>
        <p:txBody>
          <a:bodyPr anchor="t" rtlCol="false" tIns="0" lIns="0" bIns="0" rIns="0">
            <a:spAutoFit/>
          </a:bodyPr>
          <a:lstStyle/>
          <a:p>
            <a:pPr algn="ctr">
              <a:lnSpc>
                <a:spcPts val="4759"/>
              </a:lnSpc>
            </a:pPr>
            <a:r>
              <a:rPr lang="en-US" sz="3399" b="true">
                <a:solidFill>
                  <a:srgbClr val="FFFFFF"/>
                </a:solidFill>
                <a:latin typeface="Open Sans Bold"/>
                <a:ea typeface="Open Sans Bold"/>
                <a:cs typeface="Open Sans Bold"/>
                <a:sym typeface="Open Sans Bold"/>
              </a:rPr>
              <a:t>Next Steps</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Enable policy upload</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 </a:t>
            </a:r>
            <a:r>
              <a:rPr lang="en-US" sz="3399">
                <a:solidFill>
                  <a:srgbClr val="FFFFFF"/>
                </a:solidFill>
                <a:latin typeface="Open Sans"/>
                <a:ea typeface="Open Sans"/>
                <a:cs typeface="Open Sans"/>
                <a:sym typeface="Open Sans"/>
              </a:rPr>
              <a:t>Allow users to upload trained policy files (e.g., ONNX).</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Run the policy in-browser</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 Implement the basic execution pipeline.</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Validate inputs/outputs</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 Ensure correct data handling and structure.</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Visualize values</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 Display real-time outputs in the UI.</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Prepare for integration</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 Map outputs to the G1 model after validation.</a:t>
            </a:r>
          </a:p>
          <a:p>
            <a:pPr algn="ctr">
              <a:lnSpc>
                <a:spcPts val="4759"/>
              </a:lnSpc>
            </a:pPr>
          </a:p>
          <a:p>
            <a:pPr algn="ctr">
              <a:lnSpc>
                <a:spcPts val="4759"/>
              </a:lnSpc>
            </a:pPr>
          </a:p>
          <a:p>
            <a:pPr algn="ctr">
              <a:lnSpc>
                <a:spcPts val="4759"/>
              </a:lnSpc>
            </a:pPr>
          </a:p>
          <a:p>
            <a:pPr algn="ctr">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999626" y="857250"/>
            <a:ext cx="5884143"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Open Sans Bold"/>
                <a:ea typeface="Open Sans Bold"/>
                <a:cs typeface="Open Sans Bold"/>
                <a:sym typeface="Open Sans Bold"/>
              </a:rPr>
              <a:t>Reference</a:t>
            </a:r>
          </a:p>
        </p:txBody>
      </p:sp>
      <p:sp>
        <p:nvSpPr>
          <p:cNvPr name="TextBox 3" id="3"/>
          <p:cNvSpPr txBox="true"/>
          <p:nvPr/>
        </p:nvSpPr>
        <p:spPr>
          <a:xfrm rot="0">
            <a:off x="1417700" y="4819967"/>
            <a:ext cx="15452601"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[1] </a:t>
            </a:r>
            <a:r>
              <a:rPr lang="en-US" sz="3399">
                <a:solidFill>
                  <a:srgbClr val="FFFFFF"/>
                </a:solidFill>
                <a:latin typeface="Open Sans"/>
                <a:ea typeface="Open Sans"/>
                <a:cs typeface="Open Sans"/>
                <a:sym typeface="Open Sans"/>
              </a:rPr>
              <a:t>Anthropic, Claude, large language model used for visual generation,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DAHG5ASIWo0</dc:identifier>
  <dcterms:modified xsi:type="dcterms:W3CDTF">2011-08-01T06:04:30Z</dcterms:modified>
  <cp:revision>1</cp:revision>
  <dc:title>Week 9</dc:title>
</cp:coreProperties>
</file>