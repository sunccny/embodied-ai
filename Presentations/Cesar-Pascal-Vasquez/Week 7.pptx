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lta" panose="02000503000000000000" pitchFamily="2" charset="0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Le Jour Serif" panose="02000500000000000000" pitchFamily="2" charset="0"/>
      <p:regular r:id="rId16"/>
    </p:embeddedFont>
    <p:embeddedFont>
      <p:font typeface="Open Sans" panose="020B0606030504020204" pitchFamily="34" charset="0"/>
      <p:regular r:id="rId17"/>
      <p:bold r:id="rId18"/>
      <p:italic r:id="rId19"/>
      <p:boldItalic r:id="rId20"/>
    </p:embeddedFont>
    <p:embeddedFont>
      <p:font typeface="Open Sans Bold" panose="020B0806030504020204" pitchFamily="34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86" autoAdjust="0"/>
  </p:normalViewPr>
  <p:slideViewPr>
    <p:cSldViewPr>
      <p:cViewPr varScale="1">
        <p:scale>
          <a:sx n="64" d="100"/>
          <a:sy n="64" d="100"/>
        </p:scale>
        <p:origin x="200" y="4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ttktjmt.github.io/mjswan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548782" y="3638133"/>
            <a:ext cx="13190436" cy="1524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56"/>
              </a:lnSpc>
            </a:pPr>
            <a:r>
              <a:rPr lang="en-US" sz="10219" spc="1400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rPr>
              <a:t>WEEK 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19851" y="8770620"/>
            <a:ext cx="6648299" cy="48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9"/>
              </a:lnSpc>
            </a:pPr>
            <a:r>
              <a:rPr lang="en-US" sz="3000" spc="410">
                <a:solidFill>
                  <a:srgbClr val="FFFFFF"/>
                </a:solidFill>
                <a:latin typeface="Alta"/>
                <a:ea typeface="Alta"/>
                <a:cs typeface="Alta"/>
                <a:sym typeface="Alta"/>
              </a:rPr>
              <a:t>CESAR A, PASCAL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5858" y="4276824"/>
            <a:ext cx="17276285" cy="1676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96"/>
              </a:lnSpc>
            </a:pPr>
            <a:r>
              <a:rPr lang="en-US" sz="321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week, my focus was on implementing a browser-based G1 model that can be shared through a link, making the simulation easily accessible.</a:t>
            </a:r>
          </a:p>
          <a:p>
            <a:pPr algn="ctr">
              <a:lnSpc>
                <a:spcPts val="4496"/>
              </a:lnSpc>
            </a:pPr>
            <a:endParaRPr lang="en-US" sz="3211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0398" y="3964254"/>
            <a:ext cx="17547203" cy="2291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7"/>
              </a:lnSpc>
            </a:pPr>
            <a:r>
              <a:rPr lang="en-US" sz="32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Following last week’s progress, where I successfully implemented the model on a local host, this week I focused on making it accessible through a shareable link. To achieve this, I used GitHub Pages, following a similar approach to the one used in MJSwan.</a:t>
            </a:r>
          </a:p>
          <a:p>
            <a:pPr algn="ctr">
              <a:lnSpc>
                <a:spcPts val="4577"/>
              </a:lnSpc>
            </a:pPr>
            <a:endParaRPr lang="en-US" sz="326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33271" y="2442877"/>
            <a:ext cx="9923541" cy="1945442"/>
          </a:xfrm>
          <a:custGeom>
            <a:avLst/>
            <a:gdLst/>
            <a:ahLst/>
            <a:cxnLst/>
            <a:rect l="l" t="t" r="r" b="b"/>
            <a:pathLst>
              <a:path w="9923541" h="1945442">
                <a:moveTo>
                  <a:pt x="0" y="0"/>
                </a:moveTo>
                <a:lnTo>
                  <a:pt x="9923541" y="0"/>
                </a:lnTo>
                <a:lnTo>
                  <a:pt x="9923541" y="1945442"/>
                </a:lnTo>
                <a:lnTo>
                  <a:pt x="0" y="1945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807024" y="5640270"/>
            <a:ext cx="7899575" cy="2225900"/>
          </a:xfrm>
          <a:custGeom>
            <a:avLst/>
            <a:gdLst/>
            <a:ahLst/>
            <a:cxnLst/>
            <a:rect l="l" t="t" r="r" b="b"/>
            <a:pathLst>
              <a:path w="7899575" h="2225900">
                <a:moveTo>
                  <a:pt x="0" y="0"/>
                </a:moveTo>
                <a:lnTo>
                  <a:pt x="7899575" y="0"/>
                </a:lnTo>
                <a:lnTo>
                  <a:pt x="7899575" y="2225900"/>
                </a:lnTo>
                <a:lnTo>
                  <a:pt x="0" y="2225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34509" y="5640270"/>
            <a:ext cx="7295442" cy="2278732"/>
          </a:xfrm>
          <a:custGeom>
            <a:avLst/>
            <a:gdLst/>
            <a:ahLst/>
            <a:cxnLst/>
            <a:rect l="l" t="t" r="r" b="b"/>
            <a:pathLst>
              <a:path w="7295442" h="2278732">
                <a:moveTo>
                  <a:pt x="0" y="0"/>
                </a:moveTo>
                <a:lnTo>
                  <a:pt x="7295442" y="0"/>
                </a:lnTo>
                <a:lnTo>
                  <a:pt x="7295442" y="2278733"/>
                </a:lnTo>
                <a:lnTo>
                  <a:pt x="0" y="22787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503786" y="405130"/>
            <a:ext cx="11280428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These are the documents needed to run this simulation.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09162" y="2259347"/>
            <a:ext cx="9069676" cy="7108665"/>
          </a:xfrm>
          <a:custGeom>
            <a:avLst/>
            <a:gdLst/>
            <a:ahLst/>
            <a:cxnLst/>
            <a:rect l="l" t="t" r="r" b="b"/>
            <a:pathLst>
              <a:path w="9069676" h="7108665">
                <a:moveTo>
                  <a:pt x="0" y="0"/>
                </a:moveTo>
                <a:lnTo>
                  <a:pt x="9069676" y="0"/>
                </a:lnTo>
                <a:lnTo>
                  <a:pt x="9069676" y="7108665"/>
                </a:lnTo>
                <a:lnTo>
                  <a:pt x="0" y="71086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82680" y="478807"/>
            <a:ext cx="16722641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is the first version of the G1 model uploaded, without any control policy implemented.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3219353" y="2142490"/>
            <a:ext cx="11849293" cy="7657326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708374" y="962025"/>
            <a:ext cx="12871252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is the fully integrated and operational version of the model.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1881" y="3998285"/>
            <a:ext cx="17164239" cy="2233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6"/>
              </a:lnSpc>
            </a:pPr>
            <a:r>
              <a:rPr lang="en-US" sz="319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Additional refinement is required to correct alignment issues in the mesh geometry and joint parameters. Furthermore, the implementation of a properly trained control policy is necessary to achieve stable walking behavior.</a:t>
            </a:r>
          </a:p>
          <a:p>
            <a:pPr algn="ctr">
              <a:lnSpc>
                <a:spcPts val="4476"/>
              </a:lnSpc>
            </a:pPr>
            <a:endParaRPr lang="en-US" sz="3197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781" y="1519555"/>
            <a:ext cx="18251219" cy="7181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endParaRPr/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Next Steps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Refine mesh alignment to ensure accurate positioning of all model components.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Adjust joint parameters to improve stability and realistic motion behavior.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Integrate a trained control policy (e.g., GRU/locomotion policy) into the browser simulation.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Validate the policy performance to achieve stable and consistent walking.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Improve rendering and visualization to better represent the full G1 model.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3221" y="319405"/>
            <a:ext cx="17724779" cy="9307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endParaRPr dirty="0"/>
          </a:p>
          <a:p>
            <a:pPr algn="ctr">
              <a:lnSpc>
                <a:spcPts val="5739"/>
              </a:lnSpc>
            </a:pPr>
            <a:r>
              <a:rPr lang="en-US" sz="40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References</a:t>
            </a:r>
          </a:p>
          <a:p>
            <a:pPr algn="l">
              <a:lnSpc>
                <a:spcPts val="4759"/>
              </a:lnSpc>
            </a:pPr>
            <a:endParaRPr lang="en-US" sz="4099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4759"/>
              </a:lnSpc>
            </a:pPr>
            <a:endParaRPr lang="en-US" sz="4099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[1]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MuJoCo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“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MuJoCo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Physics Engine,” DeepMind. [Online]. Available: https://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mujoco.org</a:t>
            </a:r>
            <a:endParaRPr lang="en-US" sz="33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[2]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Three.js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“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Three.js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Documentation.” [Online]. Available: https://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threejs.org</a:t>
            </a:r>
            <a:endParaRPr lang="en-US" sz="33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[3] ONNX Runtime, “ONNX Runtime Web,” Microsoft. [Online]. Available: https://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onnxruntime.ai</a:t>
            </a:r>
            <a:endParaRPr lang="en-US" sz="33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[4]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MJSwan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“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MJSwan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Demo.” [Online]. Available: 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https://ttktjmt.github.io/mjswan/</a:t>
            </a:r>
            <a:endParaRPr lang="en-US" sz="33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Working link: https://capv-23.github.io/g1-mjswan-app/</a:t>
            </a:r>
            <a:endParaRPr lang="en-US" sz="3399" dirty="0"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328</Words>
  <Application>Microsoft Macintosh PowerPoint</Application>
  <PresentationFormat>Custom</PresentationFormat>
  <Paragraphs>30</Paragraphs>
  <Slides>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Calibri</vt:lpstr>
      <vt:lpstr>Open Sans Bold</vt:lpstr>
      <vt:lpstr>Alta</vt:lpstr>
      <vt:lpstr>Open Sans</vt:lpstr>
      <vt:lpstr>Le Jour Serif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</dc:title>
  <cp:lastModifiedBy>Cesar Pascal</cp:lastModifiedBy>
  <cp:revision>2</cp:revision>
  <dcterms:created xsi:type="dcterms:W3CDTF">2006-08-16T00:00:00Z</dcterms:created>
  <dcterms:modified xsi:type="dcterms:W3CDTF">2026-03-27T20:22:42Z</dcterms:modified>
  <dc:identifier>DAHE4Gn6uyI</dc:identifier>
</cp:coreProperties>
</file>