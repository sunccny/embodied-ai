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2.png"/><Relationship Id="rId5" Type="http://schemas.microsoft.com/office/2007/relationships/media" Target="../media/media2.mp4"/><Relationship Id="rId6" Type="http://schemas.openxmlformats.org/officeDocument/2006/relationships/video" Target="../media/media2.mp4"/><Relationship Id="rId7" Type="http://schemas.openxmlformats.org/officeDocument/2006/relationships/image" Target="../media/image3.png"/><Relationship Id="rId8" Type="http://schemas.microsoft.com/office/2007/relationships/media" Target="../media/media3.mp4"/><Relationship Id="rId9" Type="http://schemas.openxmlformats.org/officeDocument/2006/relationships/video" Target="../media/media3.mp4"/><Relationship Id="rId10" Type="http://schemas.openxmlformats.org/officeDocument/2006/relationships/image" Target="../media/image4.png"/><Relationship Id="rId11" Type="http://schemas.microsoft.com/office/2007/relationships/media" Target="../media/media4.mp4"/><Relationship Id="rId12" Type="http://schemas.openxmlformats.org/officeDocument/2006/relationships/video" Target="../media/media4.mp4"/><Relationship Id="rId1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7.png"/><Relationship Id="rId5" Type="http://schemas.microsoft.com/office/2007/relationships/media" Target="../media/media6.mp4"/><Relationship Id="rId6" Type="http://schemas.openxmlformats.org/officeDocument/2006/relationships/video" Target="../media/media6.mp4"/><Relationship Id="rId7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EMBODIED AI · WEEK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385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Every format, and every posture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880360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Last week the R1 could read two of the eight motion formats the tool supports, and every result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I had came from the same boxing clip — the only motion file it ships. This week I worked out the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rule for writing the missing configs, wrote all six, and used one of them to reach a dataset of</a:t>
            </a:r>
          </a:p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77 human captures. The robot now does thirteen kinds of motion. Four of them it could not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Prof. Yi Sun  ·  CCNY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Where week 25 left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Two things were true at the end of the last talk, and both were limits.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440680" cy="237744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190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The R1 could read 2 formats of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212848"/>
            <a:ext cx="48554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tool keeps one mapping file per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(motion format, robot) pair. I had written two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for the R1 — Xsens BVH, which I tested, and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SMPL-X, which I never did.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other six had no R1 entry at all, so the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robot could not even be selected.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554480"/>
            <a:ext cx="5440680" cy="237744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190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Every result came from one clip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212848"/>
            <a:ext cx="4855464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tool ships exactly one motion file: a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35-second Xsens boxing capture.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That is the only reason every video, every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measurement and every slide I have shown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so far is boxing. It was never a choice about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what to study.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160520"/>
            <a:ext cx="11064240" cy="14173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3251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So the honest description of the result was: one robot, one format, one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818888"/>
            <a:ext cx="1047902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Both limits have the same shape — a missing file. Neither needed new research to fix, and until</a:t>
            </a:r>
          </a:p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2252A"/>
                </a:solidFill>
                <a:latin typeface="Calibri"/>
              </a:rPr>
              <a:t>they were fixed I could not say anything about how retargeting behaves across different motions.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2A3A"/>
                </a:solidFill>
                <a:latin typeface="Calibri"/>
              </a:rPr>
              <a:t>This week is those two files, and what they let me measure.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PART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six missing configs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Reverse-engineering the rule from the two that already worked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The point is not the JSON. It is that the rule was checkable, and the check failed the first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one of these files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A mapping file has two jobs, and both of them are robot-specific.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5440680" cy="22860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190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1 · How big is the human?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212848"/>
            <a:ext cx="485546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 table of 14 numbers that shrinks a human skeleton onto the robot's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proportions — two for the torso, six for the legs, six for the arms.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R1 is smaller than the G1, so every one of these differs.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554480"/>
            <a:ext cx="5440680" cy="228600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1907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2 · Which robot part tracks which body part?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212848"/>
            <a:ext cx="4855464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Fourteen entries naming a link on the robot and the human joint it should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follow, with weights and an offset.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The R1 does not have all the links the G1 has, so some of these names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point at nothing.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41648"/>
            <a:ext cx="11064240" cy="2148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15137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eight for the G1, two for the 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4443984"/>
            <a:ext cx="10607040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$ ls general_motion_retargeting/ik_configs/ | grep _to_g1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bvh_lafan1_to_g1.json     fbx_offline_to_g1.json    xrobot_to_g1.json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bvh_nokov_to_g1.json      fbx_to_g1.json            xsens_mvn_to_g1.json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bvh_xsens_to_g1.json      smplx_to_g1.json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$ ls general_motion_retargeting/ik_configs/ | grep _to_r1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bvh_xsens_to_r1.json      smplx_to_r1.json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rule was already in the two files I had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I did not invent a mapping. I measured what the two working configs did to their G1 parents.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64240" cy="20574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82495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R1 is the G1 config times a fixed per-limb ratio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1060704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human_scale_table        bvh_xsens_to_g1   -&gt;   bvh_xsens_to_r1      ratio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Hips                          0.9                  0.84            0.9333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Chest4                        0.9                  0.84            0.9333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LeftHip / RightHip            0.9                  0.818           0.9089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LeftKnee / RightKnee          0.9                  0.818           0.9089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LeftShoulder / Right          0.75                 0.578           0.7707</a:t>
            </a:r>
          </a:p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DDE4EC"/>
                </a:solidFill>
                <a:latin typeface="Consolas"/>
              </a:rPr>
              <a:t>  LeftElbow / RightElbow        0.75                 0.578           0.7707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3794760"/>
            <a:ext cx="11064240" cy="164592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9593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The proof it is a ratio and not a fixed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453128"/>
            <a:ext cx="1047902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SMPL-X uses 0.617 for the arms, not 0.578. For a while that looked like an inconsistency. It is not: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the G1's SMPL-X baseline is 0.8 rather than 0.75, and 0.8 × 0.7707 = 0.617. The format sets the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baseline, the robot sets the ratio. One rule reproduces both files.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6235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B2A3A"/>
                </a:solidFill>
                <a:latin typeface="Calibri"/>
              </a:rPr>
              <a:t>torso × 0.9333        legs × 0.9089        arms × 0.7707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I wrote the rule as a script, and made it check itself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Before generating anything, regenerate the two configs that already exist and compare. It failed.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17904"/>
            <a:ext cx="11064240" cy="23774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27631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first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20240"/>
            <a:ext cx="10607040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$ python make_r1_configs.py --check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Regenerating the two R1 configs that already existed, from their G1 parents.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Both must come out identical to the files on disk for the rule to hold.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bvh_xsens_to_r1.json       MATCH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smplx_to_r1.json           DIFFERS</a:t>
            </a: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      first difference in: ik_match_table1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DDE4EC"/>
                </a:solidFill>
                <a:latin typeface="Consolas"/>
              </a:rPr>
              <a:t>RULE FAILED.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059936"/>
            <a:ext cx="11064240" cy="178308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22452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What it caught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718304"/>
            <a:ext cx="10479024" cy="99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Renaming the G1's toe link to the R1's ankle link is not enough. The G1 config also carries a small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position offset — [0, ±0.02, 0] for SMPL-X, [0.05, 0, 0] for XRobot — and that offset is measured in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the toe body's own frame. The R1 has no toe, so the offset is being applied relative to a completely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different part of the leg. Whoever wrote smplx_to_r1 by hand had zeroed it. The rename has to drop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the offset too. Wrist offsets are zero in every file, which is why the Xsens config passed and hid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With that fixed, the rule reproduces both files exactly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Then, and only then, generate the six that were missing.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81328"/>
            <a:ext cx="11064240" cy="42062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45920"/>
            <a:ext cx="10607040" cy="3877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$ python make_r1_configs.py --check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bvh_xsens_to_r1.json       MATCH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smplx_to_r1.json           MATCH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Rule reproduces both existing configs.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$ python make_r1_configs.py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R1 model has 26 bodies.  Generating 6 config(s).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bvh_lafan1     -&gt; bvh_lafan1_to_r1.json      scales 0.84/0.818/0.578   ok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bvh_nokov      -&gt; bvh_nokov_to_r1.json       scales 0.84/0.818/0.578   ok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xsens_mvn      -&gt; xsens_mvn_to_r1.json       scales 0.747/0.727/0.578  ok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fbx            -&gt; fbx_to_r1.json             scales 0.84/0.818/0.617   ok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fbx_offline    -&gt; fbx_offline_to_r1.json     scales 0.84/0.818/0.617   ok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xrobot         -&gt; xrobot_to_r1.json          scales 0.84/0.818/0.617   ok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Every robot link resolves against r1_mocap.xml.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6068"/>
                </a:solidFill>
                <a:latin typeface="Calibri"/>
              </a:rPr>
              <a:t>The scales differ per format because the baselines do. That is the ratio rule working, not a bug.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The R1 now reads every format the tool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Checked by loading the registry, not by looking at the folder.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949440" cy="329184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492240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format           G1   R1   config file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bvh_lafan1     yes  yes  bvh_lafan1_to_r1.json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bvh_nokov      yes  yes  bvh_nokov_to_r1.json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bvh_xsens      yes  yes  bvh_xsens_to_r1.json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fbx            yes  yes  fbx_to_r1.json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fbx_offline    yes  yes  fbx_offline_to_r1.json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smplx          yes  yes  smplx_to_r1.json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xrobot         yes  yes  xrobot_to_r1.json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xsens_mvn      yes  yes  xsens_mvn_to_r1.json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R1 supports 8 of 8 input formats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572768"/>
            <a:ext cx="3858768" cy="32918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5008" y="1737360"/>
            <a:ext cx="331012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7A6B"/>
                </a:solidFill>
                <a:latin typeface="Calibri"/>
              </a:rPr>
              <a:t>What this buys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231136"/>
            <a:ext cx="3273551" cy="2505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Every public motion dataset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that exports one of these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formats is now reachable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by our robot.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That includes LAFAN1 — the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benchmark the retargeting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paper itself uses, and which</a:t>
            </a:r>
          </a:p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52A"/>
                </a:solidFill>
                <a:latin typeface="Calibri"/>
              </a:rPr>
              <a:t>I could not run last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29200"/>
            <a:ext cx="11064240" cy="141732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1937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0473C"/>
                </a:solidFill>
                <a:latin typeface="Calibri"/>
              </a:rPr>
              <a:t>Said honestly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687568"/>
            <a:ext cx="1047902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Six of these are generated and structurally verified — every robot link resolves against the R1 model.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That is not the same as tested on real motion. Two of them now are: LAFAN1 and SMPL-X. The other</a:t>
            </a:r>
          </a:p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22252A"/>
                </a:solidFill>
                <a:latin typeface="Calibri"/>
              </a:rPr>
              <a:t>four need capture hardware or vendor data I do not have.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" y="2240280"/>
            <a:ext cx="82296" cy="192024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128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B8862E"/>
                </a:solidFill>
                <a:latin typeface="Calibri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0604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Thirteen postures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9D2DA"/>
                </a:solidFill>
                <a:latin typeface="Calibri"/>
              </a:rPr>
              <a:t>What the robot does when it stops boxing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F9EAC"/>
                </a:solidFill>
                <a:latin typeface="Calibri"/>
              </a:rPr>
              <a:t>77 human captures, 15 categories. The first time this project has looked at more than one motion.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LAFAN1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 dataset the retargeting paper benchmarks on, and the one I could not open last week.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3566160" cy="242316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190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212848"/>
            <a:ext cx="298094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Ubisoft motion capture,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public on GitHub, no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registration.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77 sequences, about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4.6 hours, 144 MB.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554480"/>
            <a:ext cx="3566160" cy="242316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7190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Why it was unreachable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212848"/>
            <a:ext cx="298094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One missing file: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bvh_lafan1_to_r1.json.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The dataset was always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free. The robot just had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no mapping for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1554480"/>
            <a:ext cx="3566160" cy="24231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7616" y="171907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What it contains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2212848"/>
            <a:ext cx="298094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walk, run, sprint, dance,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fight, jumps, ground,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fallAndGetUp, obstacles,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aiming, push, and more.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22252A"/>
                </a:solidFill>
                <a:latin typeface="Calibri"/>
              </a:rPr>
              <a:t>15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206240"/>
            <a:ext cx="11064240" cy="173736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370831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A correction I had to make to my own assumption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864607"/>
            <a:ext cx="10479024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I had recorded that LAFAN1 was the gated dataset and AMASS was the open one. It is the other way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round. LAFAN1 needs no registration at all — it is a zip file in a public repository. I checked before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building on it, and the check is the only reason this week happened at 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First: is there a trap at the start of these files?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The Xsens capture opens with a stationary calibration T-pose. Measuring it produces confident nonsense.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7223760" cy="32004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766560" cy="287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$ python week26_posture_sweep.py --probe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PROBE -- frames 0:150 of each clip, looking for a static opening pose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category          pelvis cm  peak rad/s  verdict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walk                   3.55        10.7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run                    2.49         4.2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dance                  4.24         5.2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fight                 12.20         9.0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ground                 3.19         4.7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fallAndGetUp          10.27        12.7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obstacles              7.02         7.8  already moving</a:t>
            </a:r>
          </a:p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DDE4EC"/>
                </a:solidFill>
                <a:latin typeface="Consolas"/>
              </a:rPr>
              <a:t>  multipleActions       44.65         7.8  already moving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73568" y="1572768"/>
            <a:ext cx="3657600" cy="32004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66176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F7A6B"/>
                </a:solidFill>
                <a:latin typeface="Calibri"/>
              </a:rPr>
              <a:t>No trap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6176" y="2231136"/>
            <a:ext cx="3072384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All thirteen categories are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moving from frame zero.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LAFAN1 does not carry the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calibration pose that cost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me an hour on the Xsens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capture.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Worth one command rather</a:t>
            </a:r>
          </a:p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2252A"/>
                </a:solidFill>
                <a:latin typeface="Calibri"/>
              </a:rPr>
              <a:t>than assuming.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6068"/>
                </a:solidFill>
                <a:latin typeface="Calibri"/>
              </a:rPr>
              <a:t>The habit is the point: the same check that caught the T-pose is now run before trusting any new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One clip from every category, 20 seconds each, onto the 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Same four plausibility checks as experiment 4, so the numbers compare across postures.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64240" cy="3977639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10607040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category          IK fps   lowest  contact   pelvis  limits    peak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-------------------------------------------------------------------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walk               166.4   +0.82cm     2.3%    4.82cm       0    10.2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run                156.1   +1.25cm     0.0%   12.41cm       0     9.6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sprint             135.8   -2.13cm     2.8%   23.60cm       0    19.6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dance              129.1   -0.17cm     5.2%   22.11cm       0    18.0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fight              122.3   -2.22cm     7.8%   38.01cm       0    32.9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fightAndSports     118.0   -1.03cm    21.0%   30.34cm       0    29.5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jumps              210.1   -9.90cm     6.0%   29.88cm       0    17.7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ground             172.9  -45.63cm     1.8%   68.58cm       0    28.7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fallAndGetUp       125.5  -42.88cm     5.3%   77.09cm       0    32.1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obstacles          128.2   +0.71cm     0.5%   94.43cm       0    11.5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aiming             135.2   +0.93cm     0.7%    3.99cm       0     6.7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push               179.2   +1.62cm     0.0%    7.85cm       0    15.6</a:t>
            </a:r>
          </a:p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DDE4EC"/>
                </a:solidFill>
                <a:latin typeface="Consolas"/>
              </a:rPr>
              <a:t>  multipleActions    117.7  -13.07cm    13.3%   72.14cm       0    12.5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5A6068"/>
                </a:solidFill>
                <a:latin typeface="Calibri"/>
              </a:rPr>
              <a:t>Every one of these runs faster than the motion plays. Nothing here needs a GPU.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that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Six frames from each of six categories, same robot, same camera.</a:t>
            </a:r>
          </a:p>
        </p:txBody>
      </p:sp>
      <p:pic>
        <p:nvPicPr>
          <p:cNvPr id="4" name="Picture 3" descr="all_pos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7" y="1371600"/>
            <a:ext cx="48463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5A6068"/>
                </a:solidFill>
                <a:latin typeface="Calibri"/>
              </a:rPr>
              <a:t>walk   dance   jumps   ground   fallAndGetUp   obstacles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Thirteen kinds of motion — here are four of them moving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Same robot, same config, same 20-second window. The only thing that changed is the input clip.</a:t>
            </a:r>
          </a:p>
        </p:txBody>
      </p:sp>
      <p:pic>
        <p:nvPicPr>
          <p:cNvPr id="4" name="danc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40080" y="1783080"/>
            <a:ext cx="25603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3982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dance — 18.0 rad/s, inside budget</a:t>
            </a:r>
          </a:p>
        </p:txBody>
      </p:sp>
      <p:pic>
        <p:nvPicPr>
          <p:cNvPr id="6" name="jump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429000" y="1783080"/>
            <a:ext cx="256032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29000" y="43982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jumps — airborne, both feet leave the floor</a:t>
            </a:r>
          </a:p>
        </p:txBody>
      </p:sp>
      <p:pic>
        <p:nvPicPr>
          <p:cNvPr id="8" name="fight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6217919" y="1783080"/>
            <a:ext cx="256032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19" y="43982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fight — 32.9 rad/s, over budget</a:t>
            </a:r>
          </a:p>
        </p:txBody>
      </p:sp>
      <p:pic>
        <p:nvPicPr>
          <p:cNvPr id="10" name="obstacles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9006840" y="1783080"/>
            <a:ext cx="2560320" cy="2560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6840" y="43982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obstacles — 0.5% contact, steps 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257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Two of these are inside every budget I measured. Two are not — and nothing in the video tells you which is which.</a:t>
            </a:r>
          </a:p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That is what the next five slides are for.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1 — not one joint limit violated, in any posture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7,800 frames across thirteen categories, including combat and floor work.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600200"/>
            <a:ext cx="5440680" cy="219456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6479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What I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258568"/>
            <a:ext cx="485546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Zero frames out of 7,800 push any of the 24 joints past its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mechanical stop. That holds for fight, for jumps, for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crawling on the floor — the motions most likely to break it.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 then ran the identical clips on the G1. Also zero.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15,600 frames, two robots, not one violation.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600200"/>
            <a:ext cx="5440680" cy="219456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83096" y="1764792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Why it is worth saying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3096" y="2258568"/>
            <a:ext cx="4855464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 recent paper reports that this same tool violates joint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limits on 43.21% of 49,672 frames.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 cannot reproduce anything like that on either robot — and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G1 is the robot that tool was built around, so 'different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robot' no longer explains the gap.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069080"/>
            <a:ext cx="11064240" cy="1463040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2336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B2A3A"/>
                </a:solidFill>
                <a:latin typeface="Calibri"/>
              </a:rPr>
              <a:t>The honest reading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727448"/>
            <a:ext cx="104790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Still not a refutation — different clips, and possibly an older version of the tool. But the one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explanation I could have offered last week, that the R1 is simply not the robot they measured, is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now ruled out by my own control.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2 — the floating problem depends entirely on the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Boxing never touched the floor. That turned out to be a fact about boxing.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11064240" cy="22860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682495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F93A6"/>
                </a:solidFill>
                <a:latin typeface="Consolas"/>
              </a:rPr>
              <a:t>lowest point of the robot, and how often it reaches the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75104"/>
            <a:ext cx="1060704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boxing, all 4249 frames        +3.22 .. +5.57 cm      0 / 4249 contact   (0%)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walk                                  +0.82 cm      14 / 600 contact   (2.3%)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aiming                                +0.93 cm       4 / 600 contact   (0.7%)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obstacles                             +0.71 cm       3 / 600 contact   (0.5%)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fightAndSports                        -1.03 cm     126 / 600 contact  (21.0%)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run                                   +1.25 cm       0 / 600 contact   (0.0%)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114800"/>
            <a:ext cx="11064240" cy="15544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42793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What changed in my understanding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773168"/>
            <a:ext cx="1047902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I had been treating 'the retargeted motion floats' as a property of kinematic retargeting. It is not.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It is a property of a clip where the human keeps both feet planted and the scale mismatch has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nowhere to go. Give it walking and the feet land. Give it running and they leave the ground for real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reasons. The artifact and the correct behaviour look identical in a single number.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3 — lying down puts the robot through the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ground: -45.63 cm.  fallAndGetUp: -42.88 cm.  Verified by looking — and the G1 sinks just as far.</a:t>
            </a:r>
          </a:p>
        </p:txBody>
      </p:sp>
      <p:pic>
        <p:nvPicPr>
          <p:cNvPr id="4" name="Picture 3" descr="ground_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7" y="1463040"/>
            <a:ext cx="10789920" cy="13487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3730752"/>
            <a:ext cx="5440680" cy="239572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89534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0473C"/>
                </a:solidFill>
                <a:latin typeface="Calibri"/>
              </a:rPr>
              <a:t>Why it happens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4389120"/>
            <a:ext cx="485546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Kinematic retargeting solves for joint angles that put the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robot's links where the human's joints were. Nothing in it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knows the floor exists. While the human is upright the feet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hide it; once the torso is what touches the ground, there is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no constraint left to stop it sinking.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Not an R1 defect: mean lowest point across all thirteen is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-8.59 cm on the R1 and -8.49 cm on the G1.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3730752"/>
            <a:ext cx="5440680" cy="2395728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3895344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Why it matters to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4389120"/>
            <a:ext cx="4855464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This is exactly the gap the KDMR paper closes, by solving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for contact forces and forbidding a foot from pulling on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ground.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It needs force plates. Detecting contact from kinematics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alone is named as future work — and that is the opening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I have been describing for three weeks.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4 — four categories need impossible motor speeds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Peak joint speed against a deliberately generous 20 rad/s budget.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858000" cy="301752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400800" cy="26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fight              32.9 rad/s     exceeded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fallAndGetUp       32.1 rad/s     exceeded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fightAndSports     29.5 rad/s     exceeded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ground             28.7 rad/s     exceeded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------------------------------------------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sprint             19.6 rad/s     within budget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dance              18.0 rad/s     within budget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walk               10.2 rad/s     within budget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aiming              6.7 rad/s     within budget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7808" y="1572768"/>
            <a:ext cx="4023360" cy="3401568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0416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The pattern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0416" y="2231136"/>
            <a:ext cx="3438144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The four that fail are the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four with fast contact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transitions — striking,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falling, pushing off the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floor.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Locomotion and aiming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are comfortably inside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budget.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So the limit is not the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robot's size. It is what</a:t>
            </a:r>
          </a:p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22252A"/>
                </a:solidFill>
                <a:latin typeface="Calibri"/>
              </a:rPr>
              <a:t>the motion asks of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074920"/>
            <a:ext cx="11064240" cy="146304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52395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None of this is visible in the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733288"/>
            <a:ext cx="1047902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All thirteen look convincing when played back. Four of them describe a machine that cannot exist.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And the G1 exceeds on the same four — worse on fallAndGetUp, 51.4 rad/s — so this is what the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motion demands, not a limit of the R1's size.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Finding 5 — the one thing that is actually about the 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Everything above turned out to be the method. This did not.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72768"/>
            <a:ext cx="6858000" cy="2743200"/>
          </a:xfrm>
          <a:prstGeom prst="roundRect">
            <a:avLst/>
          </a:prstGeom>
          <a:solidFill>
            <a:srgbClr val="14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737360"/>
            <a:ext cx="6400800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dataset / format           R1         G1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------------------------------------------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LAFAN1, 13 categories     5.1%      10.6%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OMOMO clip, SMPL-X         78%        99%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------------------------------------------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deepest penetration    -2.33 cm   -1.04 cm</a:t>
            </a: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    (on the OMOMO clip)</a:t>
            </a:r>
          </a:p>
          <a:p>
            <a:pPr algn="l">
              <a:lnSpc>
                <a:spcPct val="106000"/>
              </a:lnSpc>
            </a:pPr>
          </a:p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DDE4EC"/>
                </a:solidFill>
                <a:latin typeface="Consolas"/>
              </a:rPr>
              <a:t>The R1 reaches the floor about half as often.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07808" y="1572768"/>
            <a:ext cx="4023360" cy="274320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0416" y="17373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F7A6B"/>
                </a:solidFill>
                <a:latin typeface="Calibri"/>
              </a:rPr>
              <a:t>Two datasets, one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0416" y="2231136"/>
            <a:ext cx="3438144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Different capture system,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different skeleton, different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kind of motion — and the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same deficit both times.</a:t>
            </a: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So it is not something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about LAFAN1. It is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something about our R1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22252A"/>
                </a:solidFill>
                <a:latin typeface="Calibri"/>
              </a:rPr>
              <a:t>setup.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617720"/>
            <a:ext cx="11064240" cy="16916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47823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B8862E"/>
                </a:solidFill>
                <a:latin typeface="Calibri"/>
              </a:rPr>
              <a:t>What it probably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5276088"/>
            <a:ext cx="1047902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The R1 touches the floor LESS often than the G1, yet sinks DEEPER when it does. Feet that were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simply too high would do both less — both at once means the foot target lands with more spread,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which is what a leg-length mismatch looks like. The config scales the legs by 0.818, but the R1's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measured ratios are 0.673 at the thigh and 0.735 at the shank, and 0.818 was tuned, not derived.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The clean case and the broken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0584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9D2DA"/>
                </a:solidFill>
                <a:latin typeface="Calibri"/>
              </a:rPr>
              <a:t>Same robot, same pipeline, same 20-second window. Left walks. Right is supposed to be on the floor.</a:t>
            </a:r>
          </a:p>
        </p:txBody>
      </p:sp>
      <p:pic>
        <p:nvPicPr>
          <p:cNvPr id="4" name="walk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691640"/>
            <a:ext cx="4754880" cy="3566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31266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walk — feet land, 2.3% contact</a:t>
            </a:r>
          </a:p>
        </p:txBody>
      </p:sp>
      <p:pic>
        <p:nvPicPr>
          <p:cNvPr id="6" name="ground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492240" y="1691640"/>
            <a:ext cx="4754880" cy="3566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92240" y="5312664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068"/>
                </a:solidFill>
                <a:latin typeface="Calibri"/>
              </a:rPr>
              <a:t>ground — 45 cm through the floor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is true now that was not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Five things, and one of them is a limitation.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417320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58191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The R1 reads all 8 motion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075688"/>
            <a:ext cx="10479024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Six configs generated from a rule that reproduces the two hand-written ones exactly.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386584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55117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The R1 does 13 kinds of motion, not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044952"/>
            <a:ext cx="10479024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LAFAN1 is reachable. 77 captures instead of the single boxing clip the tool 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55848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520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Plausibility varies enormously by posture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4014216"/>
            <a:ext cx="10479024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Zero joint violations; contact 0% to 21%; four categories over servo speed; two through the floor.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25112"/>
            <a:ext cx="11064240" cy="868680"/>
          </a:xfrm>
          <a:prstGeom prst="roundRect">
            <a:avLst/>
          </a:prstGeom>
          <a:solidFill>
            <a:srgbClr val="E3F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448970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F7A6B"/>
                </a:solidFill>
                <a:latin typeface="Calibri"/>
              </a:rPr>
              <a:t>The numbers now have a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983480"/>
            <a:ext cx="10479024" cy="8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22252A"/>
                </a:solidFill>
                <a:latin typeface="Calibri"/>
              </a:rPr>
              <a:t>Every clip re-run on the G1. Joint limits, floor penetration and servo speed match on both robots.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294376"/>
            <a:ext cx="11064240" cy="1234440"/>
          </a:xfrm>
          <a:prstGeom prst="roundRect">
            <a:avLst/>
          </a:prstGeom>
          <a:solidFill>
            <a:srgbClr val="F4E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54589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B0473C"/>
                </a:solidFill>
                <a:latin typeface="Calibri"/>
              </a:rPr>
              <a:t>Four of the six new configs are untested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5952744"/>
            <a:ext cx="10479024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Structurally verified — every link resolves — but they need capture hardware or vendor data I do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22252A"/>
                </a:solidFill>
                <a:latin typeface="Calibri"/>
              </a:rPr>
              <a:t>not have. Generated is not the same as working, and I am not going to claim otherwise.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3A"/>
                </a:solidFill>
                <a:latin typeface="Calibri"/>
              </a:rPr>
              <a:t>What I would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87552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8"/>
                </a:solidFill>
                <a:latin typeface="Calibri"/>
              </a:rPr>
              <a:t>In the order I think they are worth doing.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554480"/>
            <a:ext cx="11064240" cy="111556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7A6B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82495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Run GMR's own benchmark on the 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574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LAFAN1 is the dataset the retargeting paper evaluates on. Until this week the R1 could not be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part of that comparison. Now it can, and their published numbers are the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16352"/>
            <a:ext cx="11064240" cy="111556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7A6B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4436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Explain the contact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319272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R1 touches the floor about half as often as the G1, on both datasets. It also penetrates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deeper when it does — which is what a leg-length mismatch looks like. Sweep the leg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078224"/>
            <a:ext cx="11064240" cy="111556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525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7A6B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2062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A kinematics-only contact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581144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floor penetration is measurable without force plates. Detecting contact from kinematics is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the gap KDMR names as future work, and it is the right size for this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340096"/>
            <a:ext cx="11064240" cy="1115568"/>
          </a:xfrm>
          <a:prstGeom prst="roundRect">
            <a:avLst/>
          </a:prstGeom>
          <a:solidFill>
            <a:srgbClr val="EE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614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F7A6B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46811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B2A3A"/>
                </a:solidFill>
                <a:latin typeface="Calibri"/>
              </a:rPr>
              <a:t>Push breadth from 13 clips to all 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843016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Everything above samples one clip per category. The full set would show whether these numbers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22252A"/>
                </a:solidFill>
                <a:latin typeface="Calibri"/>
              </a:rPr>
              <a:t>hold within a category or just for the clip I happened to pick.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Two missing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063240"/>
            <a:ext cx="1828800" cy="45720"/>
          </a:xfrm>
          <a:prstGeom prst="rect">
            <a:avLst/>
          </a:prstGeom>
          <a:solidFill>
            <a:srgbClr val="B88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9D2DA"/>
                </a:solidFill>
                <a:latin typeface="Calibri"/>
              </a:rPr>
              <a:t>Neither of the limits I described last week needed new research. One was a mapping file the tool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9D2DA"/>
                </a:solidFill>
                <a:latin typeface="Calibri"/>
              </a:rPr>
              <a:t>did not ship for our robot; the other was a dataset I had wrongly recorded as gated. Writing the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9D2DA"/>
                </a:solidFill>
                <a:latin typeface="Calibri"/>
              </a:rPr>
              <a:t>first and checking the second took the project from one posture to thirteen — and only then did</a:t>
            </a:r>
          </a:p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C9D2DA"/>
                </a:solidFill>
                <a:latin typeface="Calibri"/>
              </a:rPr>
              <a:t>the interesting failures show up, because they are failures you cannot see in a single clip.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9EAC"/>
                </a:solidFill>
                <a:latin typeface="Calibri"/>
              </a:rPr>
              <a:t>Shaoqin Li  ·  Embodied AI  ·  Week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