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987E9-9193-2FAD-3873-41E7EA8E2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90514-B8D1-A8B2-07A8-0B2838456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59A5D-19EA-F7C5-2094-8F06725E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9CA29-0F2D-20CF-9118-EBFE88E98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F3DA2-52E7-8228-B5F0-0080D0BE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727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13955-5031-F181-9811-360294BC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C0592-9493-516D-C261-243935026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CF486-00C1-6E06-50D1-23B31226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2786F-39D6-236E-FEBD-6F5E903C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C1600-79EE-242B-0D0A-7D36F8847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94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2402-6320-14BA-6670-A08EDD403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F3F4E-3218-6AD7-9668-C57D302B6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ADAA6-9996-4890-AAB8-870B1E26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A165E-9F2F-5213-AC49-3969B355D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F7AD7-6B40-3C44-AC1F-8BBEAE0D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431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8781-327F-8822-FEDF-D873101B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AE044-4D41-E48D-F27C-E4B035758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D3F00-0C84-0515-25AE-DE52F9EE4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3E98C-228E-4F99-198A-614CD10A1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07864-753B-87E5-6C4B-49224E77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70A25-459D-7AAE-0370-317E1A2B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96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B218-AE90-55FE-882E-47C0567F9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A6293-D7EA-48FE-C5F6-A25970FEF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34FF7-CE1C-4E49-0E07-3EE553C7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72661-0BE5-06A2-5118-568E2F1BF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096343-2A45-6DD7-03B1-F51870EE1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B8E32-B834-D65F-2CB8-BC77D6BEC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D51B6-9FF6-B29F-85CC-3A40F46B5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B7AE8-CE42-C10E-E05D-57D58983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501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DBB4B-E0A7-CC09-45A9-3894672E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12DC6-8D84-A09D-0F29-166DBCE7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ED5B8-E534-3B43-2454-C18790C8F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A80D7-3E34-B3C7-FCE7-363585E3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12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2648B1-9BFC-CDEF-3336-CAB9377AA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5F1F9-CECB-6B75-00D5-FAFCB0F2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46E6E-3311-EAC6-5132-E726814F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14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E529-8C86-630F-897F-3F7EE9D15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B8C06-D53F-E844-E66D-A16A00172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FAB49-67A2-3DEB-CE89-7AF1B8627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045C8-2135-27EC-A8E5-BF54898B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D88A1-8976-0212-CD0F-720A76E27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31589-F667-CD0F-C5E5-9E55A496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372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C7158-0577-90DE-B87B-19CA2D213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2F6502-BB4A-7CD5-EBDF-3350C2885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C93AB-97CC-64FF-F96D-61E5A6512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25C68-AE8A-FF75-B1E6-EEDFE6D3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8A82B-09C7-C028-F7E5-F80DBA89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43370-8730-6F83-D730-051FD2ED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66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6452C-AF8E-BC71-2EDC-72EC83DAC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66FF6-16E1-B617-416A-9CDA2C49F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A308E-EDCB-A2EC-3CE1-D3FFC9BD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6D41C-6695-C2E6-5DCB-E40CBB72A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60F65-928B-D8BC-F48F-60A7AAC1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996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5CDEC-5BA3-EF79-C3F3-7D3CFF2E5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26DF3-D293-AF13-3D23-3B47700D0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A8724-1298-892C-10D4-6C79A355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CF9CC-1008-88AE-C2AF-FB54CE86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D6939-0988-46FB-364D-64FDF277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25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D1112-4D29-04FC-5E9C-60AAC2E3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441A2-E369-3C71-359F-46F4D1E98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53F60-6E5C-1D2B-5181-B0A503740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22E59-E410-4757-AE6A-01B097F87FBA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60D55-6A81-5557-1F81-96C568F54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62222-653E-4C9D-981D-A08A318E5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3C63A-B864-455E-B472-C678B793CF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96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3056-84D6-DB81-887F-3A7E78AD8C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Embodied AI Week 18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F090A-D4A9-10F1-0B49-9A262E4A96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- </a:t>
            </a:r>
            <a:r>
              <a:rPr lang="en-US" altLang="zh-CN" dirty="0" err="1"/>
              <a:t>Shaoqin</a:t>
            </a:r>
            <a:r>
              <a:rPr lang="en-US" altLang="zh-CN" dirty="0"/>
              <a:t>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2840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E5D18-0AE5-8E21-0AFB-A7506C223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altLang="zh-CN" sz="5000"/>
              <a:t>Fixing r1_stand.py</a:t>
            </a:r>
            <a:endParaRPr lang="zh-CN" altLang="en-US" sz="50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54B66-D4A6-3773-2158-B8B44CE4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altLang="zh-CN" sz="2000"/>
              <a:t>From my presentation last week, we can see r1 was able to land on ground for a few seconds then starts to fall</a:t>
            </a:r>
          </a:p>
          <a:p>
            <a:r>
              <a:rPr lang="en-US" altLang="zh-CN" sz="2000"/>
              <a:t>My work was to troubleshoot what went wrong</a:t>
            </a:r>
          </a:p>
          <a:p>
            <a:r>
              <a:rPr lang="en-US" altLang="zh-CN" sz="2000"/>
              <a:t>But first, check out the result</a:t>
            </a:r>
            <a:endParaRPr lang="zh-CN" altLang="en-US" sz="2000"/>
          </a:p>
        </p:txBody>
      </p:sp>
      <p:pic>
        <p:nvPicPr>
          <p:cNvPr id="4" name="MuJoCo _ r1 (Ubuntu) 2026-06-26 14-51-37 standing">
            <a:hlinkClick r:id="" action="ppaction://media"/>
            <a:extLst>
              <a:ext uri="{FF2B5EF4-FFF2-40B4-BE49-F238E27FC236}">
                <a16:creationId xmlns:a16="http://schemas.microsoft.com/office/drawing/2014/main" id="{F0E6A7E3-1B53-A8E3-29D1-1D7DB02FA6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54296" y="1590885"/>
            <a:ext cx="6903720" cy="367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7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2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52940-131A-8C0C-7F20-86114516F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changes have I done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9D2DA-68FC-0F30-EA5F-29864F621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Change starting posture when r1 spawns in the simulator: originally, r1 is spawned with 0 rad joint angles, meaning all its joints are straighten, clearly not a good posture to keep your balance. Gravity will start pulling r1 down onto the floor before the controller could put forces to the joints</a:t>
            </a:r>
          </a:p>
          <a:p>
            <a:r>
              <a:rPr lang="en-US" altLang="zh-CN" dirty="0"/>
              <a:t>Increase gain of joints and add damping to each actuator, these gives joint more torque and resistance to counter gravity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7718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C13F-C217-4E5C-B230-82741736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Creating another environment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DFFA-16FA-A4BB-FADE-A834DF956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As I mentioned in the last couple presentations. In order to deploy policy to the real humanoid in a safe way, we need to have sim to sim to test it.</a:t>
            </a:r>
          </a:p>
          <a:p>
            <a:r>
              <a:rPr lang="en-US" altLang="zh-CN" dirty="0"/>
              <a:t>So Before proceed to anything heavy, I am setting up another simulator.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106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2EDB-6CEF-21F2-C176-DD326BB37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Unitree_Mujoco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28391-39B7-FF95-9083-01DA06E93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Based on my spec, </a:t>
            </a:r>
            <a:r>
              <a:rPr lang="en-US" altLang="zh-CN" dirty="0" err="1"/>
              <a:t>Unitree_Mujoco</a:t>
            </a:r>
            <a:r>
              <a:rPr lang="en-US" altLang="zh-CN" dirty="0"/>
              <a:t> seems to be a great choice (m only choice, actually), the others are too heavy</a:t>
            </a:r>
          </a:p>
          <a:p>
            <a:r>
              <a:rPr lang="en-US" altLang="zh-CN" dirty="0"/>
              <a:t>Q: How is it </a:t>
            </a:r>
            <a:r>
              <a:rPr lang="en-US" altLang="zh-CN" dirty="0" err="1"/>
              <a:t>sifferent</a:t>
            </a:r>
            <a:r>
              <a:rPr lang="en-US" altLang="zh-CN" dirty="0"/>
              <a:t> from the </a:t>
            </a:r>
            <a:r>
              <a:rPr lang="en-US" altLang="zh-CN" dirty="0" err="1"/>
              <a:t>mujoco</a:t>
            </a:r>
            <a:r>
              <a:rPr lang="en-US" altLang="zh-CN" dirty="0"/>
              <a:t> I used earlier?</a:t>
            </a:r>
          </a:p>
          <a:p>
            <a:r>
              <a:rPr lang="en-US" altLang="zh-CN" dirty="0"/>
              <a:t>A: It adds the DDS communication layer which is what we do on the humanoid deployment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9149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6D1EF-0FE2-932D-FF4A-C97A9D49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Loading r1 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0A55C8-48C9-F344-F31D-2045C2738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7800" y="1825625"/>
            <a:ext cx="7536399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7A6E84-61B1-55CB-8C7E-C85000D37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49" y="628407"/>
            <a:ext cx="9701101" cy="56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69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246</Words>
  <Application>Microsoft Office PowerPoint</Application>
  <PresentationFormat>Widescreen</PresentationFormat>
  <Paragraphs>17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Theme</vt:lpstr>
      <vt:lpstr>Embodied AI Week 18</vt:lpstr>
      <vt:lpstr>Fixing r1_stand.py</vt:lpstr>
      <vt:lpstr>What changes have I done</vt:lpstr>
      <vt:lpstr>Creating another environment</vt:lpstr>
      <vt:lpstr>Unitree_Mujoco</vt:lpstr>
      <vt:lpstr>Loading r1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SHAOQIN LI</dc:creator>
  <cp:lastModifiedBy>SHAOQIN LI</cp:lastModifiedBy>
  <cp:revision>1</cp:revision>
  <dcterms:created xsi:type="dcterms:W3CDTF">2026-06-26T18:52:32Z</dcterms:created>
  <dcterms:modified xsi:type="dcterms:W3CDTF">2026-06-26T19:29:51Z</dcterms:modified>
</cp:coreProperties>
</file>