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7" r:id="rId9"/>
    <p:sldId id="268" r:id="rId10"/>
    <p:sldId id="269" r:id="rId11"/>
    <p:sldId id="272" r:id="rId12"/>
    <p:sldId id="273" r:id="rId13"/>
    <p:sldId id="257" r:id="rId14"/>
    <p:sldId id="274" r:id="rId15"/>
    <p:sldId id="275" r:id="rId16"/>
    <p:sldId id="277" r:id="rId17"/>
    <p:sldId id="27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C5F6-4D52-BDA0-87B6-12C5A5031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E8D51-71EA-EDF9-4D2A-008D70D51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4D82C-E2C3-02C6-0A8F-70E2FA18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ACA22-680C-DDCA-178C-454528DE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E14F-21BF-9A80-C23C-93294100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2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9C97-2A2B-424D-7177-648EAD0A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83FC-AFFF-A429-5277-2192AE67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AA683-D44D-760F-FE24-6E5FE4E8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0F0BA-8991-4EB4-B494-8226F009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EAFA3-0361-8AF9-2C45-75FD25CC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84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4C02-91DB-8A6C-E259-00D80F03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E4F8F-30F6-B56A-8580-606095A92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BCB4-3FCE-9A42-181F-11FE8DD3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ADA98-C5C6-A42A-A7C5-8B15D35C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706FF-1DB6-60D8-974F-2A80BB41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59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B03E-15C5-77D6-529E-50259664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0C96A-C821-1D1D-BFFD-F79119E0E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736A4-2AF1-4F3E-90E1-9237B46BB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462DD-7DE6-754F-42FC-92FB2DD1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BD843-8544-6D43-8801-E1AD70B3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A2735-7699-4629-E7AE-A6E22E76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8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2A4D-1572-51A8-5696-010F427DC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00080-9B26-28E1-9EEA-43105109A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0E362-718C-1EC7-8C37-01361F194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86BAD-B8B3-66B9-C8A8-887FD5B7A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24BD7-0E9C-50DF-A540-6CD902EE6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5F84B-4E12-0FF4-1480-957E9EE6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ADD584-BC2C-897A-6FA6-54C24F3F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39B7E-E0D9-512D-BE74-314A670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44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3819-2144-AD2F-FACA-31F20A35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8E8BC-A253-02A5-F7A9-2CE7663B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BEB6D-1805-6E36-F567-2C2888B4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C62EC-E625-65B6-D1AD-1F8180B4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7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8719-E302-4769-2169-191A99EB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A535C-8FD5-D2FE-8E7B-EFCE74C4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C33DB-9149-7D6C-1BD1-6D04D9C4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07C7-23A1-64E0-CF4E-8A5B903F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DBA9-92FF-4FB2-11E3-CF3BE832A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27606-585B-321D-4BAA-2697D13D3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F4F7-CC4C-31E7-7137-5FA1E35E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02CF2-B060-5D79-0134-BFC2EAF5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14DA4-1892-4BB3-2812-BEB7E692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0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3B07-8369-3BFA-F5CA-7761A940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46AD3-3A4D-B266-3133-4530324E0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48E36-6A0E-DE4A-0A8D-874664358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6BBCB-508B-AD6B-83CE-A91FC0CC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62BE7-073C-9243-5458-62C98F2D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54D8E-6A88-59D5-6C79-A473BAD7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237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9E04-E465-B6C6-DD00-AD86848A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39DB3-89E7-0F88-3B3C-003FB715A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38F26-FEBB-F6E4-0F22-CE0FE86A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C482-5F6B-3440-90DA-EF6C533B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B0C8E-FEAE-DC12-D3AF-FB4F0ED1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18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B5F3F-C8AB-1D8A-CDD4-28B4E7B21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C6606-D8B2-E0E3-E563-45B4937BC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31999-7989-EAD8-663A-45347E53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AD469-0A96-6744-48D0-A567B3B4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235B3-23BB-79D7-6554-AA48C4B9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04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A50D4-DAA2-C14A-A40E-03143538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1E9A5-D14B-7A57-309D-DFA67EE30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4F25-D109-B839-0885-8E80D1841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DCCFF-C1B5-4765-9B7B-9220A777891F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FB5C6-B045-15D9-5DCF-513F32CA4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62A1A-9A32-AF11-FA87-D70713299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982B8-DB3E-4196-9EC6-F3C62E2EEE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81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nitreerobotics/unitree_rl_mjla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539B-D4BA-A74E-6FFE-8D1DF3A0E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Embodied AI week 17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3E82E-CF7F-ED81-D0B7-A009EE091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154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B80C-A51A-5FE8-8D34-063FA10E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4063-4F6D-0EFE-5404-DD0CB1DEC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Presentations in the last couple weeks are researching ideas and complete training workflow on R1 theoretically</a:t>
            </a:r>
          </a:p>
          <a:p>
            <a:r>
              <a:rPr lang="en-US" altLang="zh-CN" dirty="0"/>
              <a:t>Now it’s time to explore R1 in a practical way</a:t>
            </a:r>
          </a:p>
          <a:p>
            <a:r>
              <a:rPr lang="en-US" altLang="zh-CN" dirty="0"/>
              <a:t>Plan for next couples weeks: replicate my work on R1</a:t>
            </a:r>
          </a:p>
          <a:p>
            <a:r>
              <a:rPr lang="en-US" altLang="zh-CN" dirty="0"/>
              <a:t>Plan for this week:</a:t>
            </a:r>
            <a:r>
              <a:rPr lang="zh-CN" altLang="en-US" dirty="0"/>
              <a:t> </a:t>
            </a:r>
            <a:r>
              <a:rPr lang="en-US" altLang="zh-CN" dirty="0"/>
              <a:t>Load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R1</a:t>
            </a:r>
            <a:r>
              <a:rPr lang="zh-CN" altLang="en-US" dirty="0"/>
              <a:t> </a:t>
            </a:r>
            <a:r>
              <a:rPr lang="en-US" altLang="zh-CN" dirty="0"/>
              <a:t>model,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stand</a:t>
            </a:r>
          </a:p>
        </p:txBody>
      </p:sp>
    </p:spTree>
    <p:extLst>
      <p:ext uri="{BB962C8B-B14F-4D97-AF65-F5344CB8AC3E}">
        <p14:creationId xmlns:p14="http://schemas.microsoft.com/office/powerpoint/2010/main" val="172832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8BAC-8049-AE8E-FA06-06CA5110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configuration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F112-6DE5-231F-FD04-5BABA61E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git clone </a:t>
            </a:r>
            <a:r>
              <a:rPr lang="en-US" altLang="zh-CN" dirty="0">
                <a:hlinkClick r:id="rId2"/>
              </a:rPr>
              <a:t>https://github.com/unitreerobotics/unitree_rl_mjlab</a:t>
            </a:r>
            <a:r>
              <a:rPr lang="en-US" altLang="zh-CN" dirty="0"/>
              <a:t>  </a:t>
            </a:r>
            <a:r>
              <a:rPr lang="en-US" altLang="zh-CN" dirty="0" err="1"/>
              <a:t>mjlab</a:t>
            </a:r>
            <a:r>
              <a:rPr lang="en-US" altLang="zh-CN" dirty="0"/>
              <a:t> is the official Unitree RL repo and easy to find unitree robot models</a:t>
            </a:r>
          </a:p>
          <a:p>
            <a:r>
              <a:rPr lang="en-US" altLang="zh-CN" dirty="0"/>
              <a:t>3 main components found in the R1 directory: XML, R1_constant.py, and STL mesh files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679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A3D9-5BA8-D4ED-A2B4-F715F6A2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DD62C-8FC0-07C3-F5E5-01015B7AB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dirty="0"/>
              <a:t>STL stands for Standard Tessellation Language </a:t>
            </a:r>
            <a:r>
              <a:rPr lang="en-US" altLang="zh-CN" dirty="0"/>
              <a:t>or </a:t>
            </a:r>
            <a:r>
              <a:rPr lang="zh-CN" altLang="zh-CN" dirty="0"/>
              <a:t>Standard Triangle Language</a:t>
            </a:r>
            <a:endParaRPr lang="en-US" altLang="zh-CN" dirty="0"/>
          </a:p>
          <a:p>
            <a:r>
              <a:rPr lang="zh-CN" altLang="zh-CN" dirty="0"/>
              <a:t>It's one of the most common 3D file formats in robotics and engineering.</a:t>
            </a:r>
            <a:endParaRPr lang="en-US" altLang="zh-CN" dirty="0"/>
          </a:p>
          <a:p>
            <a:r>
              <a:rPr lang="zh-CN" altLang="zh-CN" dirty="0"/>
              <a:t>describes the 3D shape of a physical part as a collection of triangles. Every surface is broken down into tiny triangles that together approximate the shape.</a:t>
            </a:r>
            <a:endParaRPr lang="en-US" altLang="zh-CN" dirty="0"/>
          </a:p>
          <a:p>
            <a:r>
              <a:rPr lang="zh-CN" altLang="zh-CN" dirty="0"/>
              <a:t>MuJoCo uses STL files for two purposes:</a:t>
            </a:r>
          </a:p>
          <a:p>
            <a:pPr lvl="1"/>
            <a:r>
              <a:rPr lang="zh-CN" altLang="zh-CN" b="1" dirty="0"/>
              <a:t>1. Visual mesh</a:t>
            </a:r>
            <a:r>
              <a:rPr lang="zh-CN" altLang="zh-CN" dirty="0"/>
              <a:t> </a:t>
            </a:r>
            <a:r>
              <a:rPr lang="en-US" altLang="zh-CN" dirty="0"/>
              <a:t>:</a:t>
            </a:r>
            <a:r>
              <a:rPr lang="zh-CN" altLang="zh-CN" dirty="0"/>
              <a:t> what you actually see rendered in the viewer. The detailed, smooth-looking robot geometry.</a:t>
            </a:r>
          </a:p>
          <a:p>
            <a:pPr lvl="1"/>
            <a:r>
              <a:rPr lang="zh-CN" altLang="zh-CN" b="1" dirty="0"/>
              <a:t>2. Collision mesh</a:t>
            </a:r>
            <a:r>
              <a:rPr lang="zh-CN" altLang="zh-CN" dirty="0"/>
              <a:t> </a:t>
            </a:r>
            <a:r>
              <a:rPr lang="en-US" altLang="zh-CN" dirty="0"/>
              <a:t>:</a:t>
            </a:r>
            <a:r>
              <a:rPr lang="zh-CN" altLang="zh-CN" dirty="0"/>
              <a:t> simplified version used to detect when two parts touch each other. Usually simpler than the visual mesh for performance.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34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D4B2-FD1C-977E-4158-60361559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R1.XML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07B6-7C86-F530-5573-F8DFE8BDD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Contains robot structure info of R1 like bodies, joints, collision shapes, sensors and </a:t>
            </a:r>
            <a:r>
              <a:rPr lang="en-US" altLang="zh-CN" dirty="0" err="1"/>
              <a:t>etc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97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D3B9-E25E-05B4-7206-44862E93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zh-CN" sz="3200"/>
              <a:t>R1.XML setting and defaults </a:t>
            </a:r>
            <a:endParaRPr lang="zh-CN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9BD91-E9DE-11BD-BB06-87CFA291D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altLang="zh-CN" sz="2000"/>
              <a:t>Opens mujoco file, names the model to r1</a:t>
            </a:r>
          </a:p>
          <a:p>
            <a:r>
              <a:rPr lang="en-US" altLang="zh-CN" sz="2000"/>
              <a:t>Set angle to radian</a:t>
            </a:r>
          </a:p>
          <a:p>
            <a:r>
              <a:rPr lang="en-US" altLang="zh-CN" sz="2000"/>
              <a:t>Tells Mujoco to look for STL files under subfolder ‘assets’ to relate to the call</a:t>
            </a:r>
          </a:p>
          <a:p>
            <a:r>
              <a:rPr lang="en-US" altLang="zh-CN" sz="2000"/>
              <a:t>Set rendering configuratioins </a:t>
            </a:r>
            <a:endParaRPr lang="zh-CN" altLang="en-US" sz="200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814B7FF-25B5-8D47-942B-34F55359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612691"/>
            <a:ext cx="6389346" cy="36419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457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8241-2C8F-5FD8-A530-B65B3C57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zh-CN" sz="3200"/>
              <a:t>R1.XML </a:t>
            </a:r>
            <a:r>
              <a:rPr lang="zh-CN" altLang="zh-CN" sz="3200"/>
              <a:t>Asset Section</a:t>
            </a:r>
            <a:endParaRPr lang="zh-CN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DBADE-95B3-1F49-37B1-F85F42F41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zh-CN" altLang="zh-CN" sz="2000"/>
              <a:t>Loads all STL mesh files into memory and gives each one a name. Later in the file, geoms reference these by name instead of file path. Every body part has its own STL file.</a:t>
            </a:r>
            <a:endParaRPr lang="zh-CN" alt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863C6-7785-74CD-DB84-269361CA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76" y="741391"/>
            <a:ext cx="6334737" cy="538452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161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95CD-6561-049D-591E-E4EA93A4A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zh-CN" sz="3200"/>
              <a:t>R1.XML World Body</a:t>
            </a:r>
            <a:endParaRPr lang="zh-CN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D435-A846-506D-C87F-A20F143C8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zh-CN" altLang="zh-CN" sz="2000"/>
              <a:t>Everything inside here exists in the simulation world. The ground plane goes here, lights go here, and the robot body tree goes here.</a:t>
            </a:r>
            <a:endParaRPr lang="zh-CN" altLang="en-US" sz="2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6D300-7325-15B7-16CC-C5C293430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14" y="1174762"/>
            <a:ext cx="7718924" cy="385946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15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B5FD-97D8-22C9-5FA7-FC6B92E5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R1_constants.py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8B253-5FE3-AAE5-01FB-9D5248D7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Contains </a:t>
            </a:r>
            <a:r>
              <a:rPr lang="zh-CN" altLang="zh-CN" dirty="0"/>
              <a:t>actuator config, home pose, collision config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63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DF3D-A1F7-53C0-CECE-90B3B401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zh-CN" sz="3200"/>
              <a:t>R1_constants.py</a:t>
            </a:r>
            <a:endParaRPr lang="zh-CN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BB687-8BE3-0916-A3FC-E264F5E5E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altLang="zh-CN" sz="2000"/>
              <a:t>Calling mjlab classes, ensuring calling path </a:t>
            </a:r>
            <a:endParaRPr lang="zh-CN" alt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CCFFE-03C4-430B-2D04-75607282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373091"/>
            <a:ext cx="6389346" cy="41211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645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EBB32-AE8F-8292-351A-2004C78B0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5D3D-DC19-09A6-59D7-7EB2CC2E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zh-CN" sz="3200"/>
              <a:t>R1_constants.py</a:t>
            </a:r>
            <a:endParaRPr lang="zh-CN" alt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C0F3-6EF9-A1A6-30B8-3A658E048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zh-CN" altLang="zh-CN" sz="2000"/>
              <a:t>Defines a position controller for all joints:</a:t>
            </a:r>
            <a:endParaRPr lang="zh-CN" alt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2068A-379D-38DC-BD3D-009485ED4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387" y="741391"/>
            <a:ext cx="5249915" cy="538452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8095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7B72-FD87-E0D4-BC23-F68624EF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Loading R1 on </a:t>
            </a:r>
            <a:r>
              <a:rPr lang="en-US" altLang="zh-CN" dirty="0" err="1"/>
              <a:t>Mujoco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C6A4-DAA4-A3C8-E96F-812AB5863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After understanding the structure of these files. We can upload the model and render it on </a:t>
            </a:r>
            <a:r>
              <a:rPr lang="en-US" altLang="zh-CN" dirty="0" err="1"/>
              <a:t>Mujoco</a:t>
            </a:r>
            <a:endParaRPr lang="en-US" altLang="zh-CN" dirty="0"/>
          </a:p>
          <a:p>
            <a:r>
              <a:rPr lang="en-US" altLang="zh-CN" dirty="0"/>
              <a:t>Found the correct names for R1 actuators and add it to the XML file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2193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09D3-6D2B-C345-BE4A-B3086709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4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AAD9674A-21F7-BC3A-51F0-968C780C165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7263" y="1825625"/>
            <a:ext cx="7735887" cy="4351338"/>
          </a:xfrm>
        </p:spPr>
      </p:pic>
    </p:spTree>
    <p:extLst>
      <p:ext uri="{BB962C8B-B14F-4D97-AF65-F5344CB8AC3E}">
        <p14:creationId xmlns:p14="http://schemas.microsoft.com/office/powerpoint/2010/main" val="16151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82D8-7619-9FB1-8840-37CB173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 a ground plane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E02C6-6EB4-B9BF-3538-E9CD8AB25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 a floor </a:t>
            </a:r>
            <a:r>
              <a:rPr lang="en-US" altLang="zh-CN" dirty="0" err="1"/>
              <a:t>geom</a:t>
            </a:r>
            <a:r>
              <a:rPr lang="en-US" altLang="zh-CN" dirty="0"/>
              <a:t> to the XML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9AFB0-09A0-64A7-E347-B838D959F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15" y="2994622"/>
            <a:ext cx="7300593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2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4BAB-2823-A483-5302-BC73C0F0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4" name="MuJoCo _ r1 (Ubuntu) 2026-06-19 15-07-15">
            <a:hlinkClick r:id="" action="ppaction://media"/>
            <a:extLst>
              <a:ext uri="{FF2B5EF4-FFF2-40B4-BE49-F238E27FC236}">
                <a16:creationId xmlns:a16="http://schemas.microsoft.com/office/drawing/2014/main" id="{E0A3CAAE-1D62-8DB3-B00B-46B3D6F3114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7613" y="1825625"/>
            <a:ext cx="7216775" cy="4351338"/>
          </a:xfrm>
        </p:spPr>
      </p:pic>
    </p:spTree>
    <p:extLst>
      <p:ext uri="{BB962C8B-B14F-4D97-AF65-F5344CB8AC3E}">
        <p14:creationId xmlns:p14="http://schemas.microsoft.com/office/powerpoint/2010/main" val="191211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B33B-DABB-40F7-FF6B-5C52018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Standing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19F6-02DF-2A33-76CB-90A2FC0E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After making sure the model is able to load and have proper physics properties (falling onto the ground plane), we can head to the next phase : standing</a:t>
            </a:r>
          </a:p>
          <a:p>
            <a:r>
              <a:rPr lang="en-US" altLang="zh-CN" dirty="0"/>
              <a:t>I created a script controlling the controllers to put forces to the joints and make it hold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683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A94D-CCDD-713B-AE04-E8F30FF6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4" name="MuJoCo _ r1 (Ubuntu) 2026-06-19 15-09-55">
            <a:hlinkClick r:id="" action="ppaction://media"/>
            <a:extLst>
              <a:ext uri="{FF2B5EF4-FFF2-40B4-BE49-F238E27FC236}">
                <a16:creationId xmlns:a16="http://schemas.microsoft.com/office/drawing/2014/main" id="{2171E6CB-8C45-5AFA-9129-0AC34998F6B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7613" y="1825625"/>
            <a:ext cx="7216775" cy="4351338"/>
          </a:xfrm>
        </p:spPr>
      </p:pic>
    </p:spTree>
    <p:extLst>
      <p:ext uri="{BB962C8B-B14F-4D97-AF65-F5344CB8AC3E}">
        <p14:creationId xmlns:p14="http://schemas.microsoft.com/office/powerpoint/2010/main" val="94379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1137</Words>
  <Application>Microsoft Office PowerPoint</Application>
  <PresentationFormat>Widescreen</PresentationFormat>
  <Paragraphs>45</Paragraphs>
  <Slides>17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Theme</vt:lpstr>
      <vt:lpstr>Embodied AI week 17</vt:lpstr>
      <vt:lpstr>goals</vt:lpstr>
      <vt:lpstr>configuration</vt:lpstr>
      <vt:lpstr>STL</vt:lpstr>
      <vt:lpstr>R1.XML</vt:lpstr>
      <vt:lpstr>R1.XML setting and defaults </vt:lpstr>
      <vt:lpstr>R1.XML Asset Section</vt:lpstr>
      <vt:lpstr>R1.XML World Body</vt:lpstr>
      <vt:lpstr>R1_constants.py</vt:lpstr>
      <vt:lpstr>R1_constants.py</vt:lpstr>
      <vt:lpstr>R1_constants.py</vt:lpstr>
      <vt:lpstr>Loading R1 on Mujoco</vt:lpstr>
      <vt:lpstr>Result</vt:lpstr>
      <vt:lpstr>Add a ground plane</vt:lpstr>
      <vt:lpstr>Result</vt:lpstr>
      <vt:lpstr>Standing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1</cp:revision>
  <dcterms:created xsi:type="dcterms:W3CDTF">2026-06-19T16:00:47Z</dcterms:created>
  <dcterms:modified xsi:type="dcterms:W3CDTF">2026-06-19T19:14:58Z</dcterms:modified>
</cp:coreProperties>
</file>