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723A3-2578-79F0-549C-7523ED31E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66CC0-A958-0BBF-9CC9-665416C03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89A27-337A-4D7A-4E68-674DE66A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B265-7F59-4357-9824-70CD3E203F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DD3C7-55C0-1CE5-9B38-592173904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A0E0C-8015-73B0-D223-8351E19A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004B-13D8-4873-9DC7-60102BED0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11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97EB-3D70-5A2E-1784-850DE9DB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4206B-47CC-82BC-52F6-CB9D0F308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F5A9D-A9DD-4295-8510-23EFAB729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B265-7F59-4357-9824-70CD3E203F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98FE6-D922-CF78-9AA4-C8D98C96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6F38E-446E-BCD1-0413-8EB11C130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004B-13D8-4873-9DC7-60102BED0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62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63D12-C51B-11BC-B5C2-3EB1CC8C0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09B37-6BE3-30C8-1449-69F78537F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13C1E-3C0D-37B7-5F58-7A3B06C9D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B265-7F59-4357-9824-70CD3E203F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BBE67-DB28-EE81-A072-A024D36C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3CF20-D7F1-C605-DDB4-4527001B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004B-13D8-4873-9DC7-60102BED0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413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5B26-D2CF-41C1-B9EA-9EE2D797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831B-D018-AD3E-C365-E6879EBB5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9AE7F-3708-D06B-8A0B-B44A7A5CE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332C1-5B4B-9561-74EC-CA36737C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B265-7F59-4357-9824-70CD3E203F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2A140-D4CB-5C8E-4C8B-50BC8274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A2E96-2B36-1504-69B7-E36CEE15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004B-13D8-4873-9DC7-60102BED0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27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4A78F-AB74-936B-EBB6-6EC25F19F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12A50-D7B6-5894-D509-8FAC2091D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A7776-D9C7-42CA-AF98-EFDF8EF98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F0F30-052D-2D08-1114-6EE804D4E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CD334D-1A4B-A347-FDBB-1B1276346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A4FE4E-0515-DBBB-F363-96B30613F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B265-7F59-4357-9824-70CD3E203F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B0DC9-B0F5-0849-7BE9-EA2ECA30E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0D110C-CA91-7B76-87AC-0ECE80FA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004B-13D8-4873-9DC7-60102BED0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8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25E2-2F66-F21B-57DB-B47EA449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FDE86-10AF-1C03-8D69-4AC5FE14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B265-7F59-4357-9824-70CD3E203F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CD19EA-556B-1C0D-636E-F37532ABB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DD0C9-8E10-2D2F-BCD1-A9C356CC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004B-13D8-4873-9DC7-60102BED0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847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A57C23-2339-DC06-50C7-3A04E4B4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B265-7F59-4357-9824-70CD3E203F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BF756-9697-DA53-6AAC-75208026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F2ACD-6CB4-8F55-AEB5-6C471F1CD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004B-13D8-4873-9DC7-60102BED0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787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42AF3-2327-A893-C967-5120C2F67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FCC0-1684-2FF4-BDB6-3CD52F465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9A150-9045-59CD-346C-773EF3805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67931-5ACF-9345-E8CA-73B973E42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B265-7F59-4357-9824-70CD3E203F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57BFC-CCB9-D69B-E3B9-2379A0D4F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9B260-6638-29B4-3532-426DD608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004B-13D8-4873-9DC7-60102BED0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420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C46F3-BE8B-C057-E51A-08B88D6AB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1055D-C800-D907-0F6D-1B94E61F4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5CC46-1F25-881E-7DCE-082375E8F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9B89E-B6A7-DBE4-2584-CCEB13DAB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B265-7F59-4357-9824-70CD3E203F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C69BD-7F26-DC2F-A8D9-6EA2B2D2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C2A27-3F50-3B8E-46F7-B72BEE95A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004B-13D8-4873-9DC7-60102BED0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77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C3B1-F088-8863-BBA9-8F683AB4C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7482D-6A55-5E67-0B94-9DE29D7A2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4FF14-C966-2F7A-4D1C-57AF2D4B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B265-7F59-4357-9824-70CD3E203F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7D3ED-31F6-0903-CA62-5F94BC6AE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AE58B-A20E-A662-3695-38CC9DFF8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004B-13D8-4873-9DC7-60102BED0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60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104BFF-95B3-4C1B-EFB6-ACD794C67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FBC7A3-11D7-3B7C-FE86-6459F280E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97718-B7F9-1FC5-2C3D-D8D5D0BA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2B265-7F59-4357-9824-70CD3E203F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B9EA0-163A-E5FB-C58D-FF7CDFD05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2A0DA-484D-68E1-4AF1-F21689EA7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004B-13D8-4873-9DC7-60102BED0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29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B6AB9-A577-2DEC-1DBD-601EBDD30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C8C28-1028-482D-E9B4-28A3FBA3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490BF-D640-2EAF-AF84-1B2F19AC88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2B265-7F59-4357-9824-70CD3E203FF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C0F2B-4F34-D45A-7F35-6B59A6B04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0A65E-CBD4-474E-18EC-E421558752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6004B-13D8-4873-9DC7-60102BED0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7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6006-80EC-9A90-2F4C-9188AC2FC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Embodied AI week 5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3D008-D4E6-4FE5-C156-CDFA922566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en-US" altLang="zh-CN" dirty="0" err="1"/>
              <a:t>Shaoqin</a:t>
            </a:r>
            <a:r>
              <a:rPr lang="en-US" altLang="zh-CN" dirty="0"/>
              <a:t> Li</a:t>
            </a:r>
          </a:p>
          <a:p>
            <a:pPr marL="342900" indent="-342900">
              <a:buFontTx/>
              <a:buChar char="-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6242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9FD0-8056-6CD5-18E3-964A1794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Exploring Loco-</a:t>
            </a:r>
            <a:r>
              <a:rPr lang="en-US" altLang="zh-CN" dirty="0" err="1"/>
              <a:t>mujoco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C3D6-54B5-FB1B-9E24-CBEBC6F27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A</a:t>
            </a:r>
            <a:r>
              <a:rPr lang="en-US" altLang="zh-CN" dirty="0">
                <a:effectLst/>
              </a:rPr>
              <a:t>n open-source imitation learning benchmark created specifically for complex whole-body locomotion tasks (walking, running, squatting, dancing, etc.) </a:t>
            </a:r>
          </a:p>
          <a:p>
            <a:r>
              <a:rPr lang="en-US" altLang="zh-CN" dirty="0"/>
              <a:t>U</a:t>
            </a:r>
            <a:r>
              <a:rPr lang="en-US" altLang="zh-CN" dirty="0">
                <a:effectLst/>
              </a:rPr>
              <a:t>sing </a:t>
            </a:r>
            <a:r>
              <a:rPr lang="en-US" altLang="zh-CN" dirty="0" err="1">
                <a:effectLst/>
              </a:rPr>
              <a:t>MuJoCo</a:t>
            </a:r>
            <a:r>
              <a:rPr lang="en-US" altLang="zh-CN" dirty="0">
                <a:effectLst/>
              </a:rPr>
              <a:t> (and especially its fast JAX-accelerated version called MJX).</a:t>
            </a:r>
          </a:p>
          <a:p>
            <a:r>
              <a:rPr lang="en-US" altLang="zh-CN" dirty="0"/>
              <a:t>E</a:t>
            </a:r>
            <a:r>
              <a:rPr lang="en-US" altLang="zh-CN" dirty="0">
                <a:effectLst/>
              </a:rPr>
              <a:t>asy for researchers to train policies (via imitation or </a:t>
            </a:r>
            <a:r>
              <a:rPr lang="en-US" altLang="zh-CN" dirty="0" err="1">
                <a:effectLst/>
              </a:rPr>
              <a:t>RL+imitation</a:t>
            </a:r>
            <a:r>
              <a:rPr lang="en-US" altLang="zh-CN" dirty="0">
                <a:effectLst/>
              </a:rPr>
              <a:t>) that make robots mimic human or animal motion-capture data in physically-realistic simulation.</a:t>
            </a:r>
          </a:p>
          <a:p>
            <a:r>
              <a:rPr lang="en-US" altLang="zh-CN" dirty="0">
                <a:effectLst/>
              </a:rPr>
              <a:t>https://github.com/robfiras/loco-mujoco</a:t>
            </a:r>
          </a:p>
          <a:p>
            <a:r>
              <a:rPr lang="en-US" altLang="zh-CN" dirty="0">
                <a:effectLst/>
              </a:rPr>
              <a:t>It </a:t>
            </a:r>
            <a:r>
              <a:rPr lang="en-US" altLang="zh-CN" dirty="0"/>
              <a:t>act as a great platform that has many resources to create your own project</a:t>
            </a:r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9768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2CA1E-8BAF-D23B-9819-A41F2C4A9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Training Project Example</a:t>
            </a:r>
            <a:endParaRPr lang="zh-CN" altLang="en-US" dirty="0"/>
          </a:p>
        </p:txBody>
      </p:sp>
      <p:pic>
        <p:nvPicPr>
          <p:cNvPr id="4" name="g1_walk_locomujoco">
            <a:hlinkClick r:id="" action="ppaction://media"/>
            <a:extLst>
              <a:ext uri="{FF2B5EF4-FFF2-40B4-BE49-F238E27FC236}">
                <a16:creationId xmlns:a16="http://schemas.microsoft.com/office/drawing/2014/main" id="{446999F6-491A-D0C2-0392-18FBD80DF76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54507" y="1690688"/>
            <a:ext cx="7735887" cy="4351338"/>
          </a:xfrm>
        </p:spPr>
      </p:pic>
    </p:spTree>
    <p:extLst>
      <p:ext uri="{BB962C8B-B14F-4D97-AF65-F5344CB8AC3E}">
        <p14:creationId xmlns:p14="http://schemas.microsoft.com/office/powerpoint/2010/main" val="359069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3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E3AF-BD8B-BC27-615F-FBCF80CE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Script Explain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44E01-5E50-690E-A37D-B94D42494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This project is done by PPO with dense reward that measures how closely the policy tracks reference motions. This project consists of two files: </a:t>
            </a:r>
            <a:r>
              <a:rPr lang="en-US" altLang="zh-CN" dirty="0" err="1"/>
              <a:t>Config.yaml</a:t>
            </a:r>
            <a:r>
              <a:rPr lang="en-US" altLang="zh-CN" dirty="0"/>
              <a:t> for loading environment configurations and experiment.py for setting up environment and apply </a:t>
            </a:r>
            <a:r>
              <a:rPr lang="en-US" altLang="zh-CN" dirty="0" err="1"/>
              <a:t>rl</a:t>
            </a:r>
            <a:r>
              <a:rPr lang="en-US" altLang="zh-CN" dirty="0"/>
              <a:t> + il training.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6335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D070-0F58-752F-E4AE-8ED21018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PPO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69968-CA6A-4AEC-A315-731EE1402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PPO is a reliable reinforcement learning algorithms to learn complex continuous control skills </a:t>
            </a:r>
          </a:p>
          <a:p>
            <a:r>
              <a:rPr lang="en-US" altLang="zh-CN" dirty="0"/>
              <a:t>Belongs to policy gradient methods (taking small gradient steps to push the NN(policy) toward actions that lead t higher long term reward given the current state s)</a:t>
            </a:r>
          </a:p>
          <a:p>
            <a:r>
              <a:rPr lang="en-US" altLang="zh-CN" dirty="0"/>
              <a:t>The idea is that PPO will clip how much the new policy is allowed to differ from the old one.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4315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E806D1-D6F2-4A4E-55B8-202E1134F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altLang="zh-CN" dirty="0"/>
              <a:t>Config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91C5F-1420-CD75-61D4-BAFDF3254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Loads the reference motion from the provided dataset</a:t>
            </a:r>
          </a:p>
          <a:p>
            <a:r>
              <a:rPr lang="en-US" altLang="zh-CN" sz="2000" dirty="0"/>
              <a:t>The </a:t>
            </a:r>
            <a:r>
              <a:rPr lang="en-US" altLang="zh-CN" sz="2000" dirty="0" err="1"/>
              <a:t>MimicReward</a:t>
            </a:r>
            <a:r>
              <a:rPr lang="en-US" altLang="zh-CN" sz="2000" dirty="0"/>
              <a:t> </a:t>
            </a:r>
            <a:r>
              <a:rPr lang="en-US" altLang="zh-CN" sz="2000" dirty="0">
                <a:effectLst/>
              </a:rPr>
              <a:t>computes a dense reward at every timestep</a:t>
            </a:r>
          </a:p>
          <a:p>
            <a:r>
              <a:rPr lang="en-US" altLang="zh-CN" sz="2000" dirty="0">
                <a:effectLst/>
              </a:rPr>
              <a:t>It adds up several tracking error terms so that small errors give reward close to 1, large errors give reward close to 0.</a:t>
            </a:r>
          </a:p>
          <a:p>
            <a:endParaRPr lang="zh-CN" alt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9BD642-1B32-B0B4-BB3F-D8BDE20CF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771009"/>
            <a:ext cx="4737650" cy="533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46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0264E4-64B1-F467-2C8A-3C54A342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altLang="zh-CN" sz="5400"/>
              <a:t>Experiment.py</a:t>
            </a:r>
            <a:endParaRPr lang="zh-CN" altLang="en-US" sz="540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B8F26-B3B8-0D60-1CF0-9A29C758D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altLang="zh-CN" sz="2200" dirty="0"/>
              <a:t>Act as an “director” of this movie</a:t>
            </a:r>
          </a:p>
          <a:p>
            <a:r>
              <a:rPr lang="en-US" altLang="zh-CN" sz="2200" dirty="0"/>
              <a:t>Setting up all the parameters to the correct setting</a:t>
            </a:r>
          </a:p>
          <a:p>
            <a:r>
              <a:rPr lang="en-US" altLang="zh-CN" sz="2200" dirty="0"/>
              <a:t>Result: Have the video of the trained agent saved</a:t>
            </a:r>
            <a:endParaRPr lang="zh-CN" alt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AFF81-2C92-6F4B-4910-1EE225940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7" r="22181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24851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4835D-4DFE-1A28-6214-F4EC6C8F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Next: more projects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BD277-9BD0-D174-7E61-322CA97B3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This platform has a lot of tutorials for setting up different environments</a:t>
            </a:r>
          </a:p>
          <a:p>
            <a:r>
              <a:rPr lang="en-US" altLang="zh-CN" dirty="0"/>
              <a:t>Goal is to add terrains to the current project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421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313</Words>
  <Application>Microsoft Office PowerPoint</Application>
  <PresentationFormat>Widescreen</PresentationFormat>
  <Paragraphs>26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Theme</vt:lpstr>
      <vt:lpstr>Embodied AI week 5</vt:lpstr>
      <vt:lpstr>Exploring Loco-mujoco</vt:lpstr>
      <vt:lpstr>Training Project Example</vt:lpstr>
      <vt:lpstr>Script Explain</vt:lpstr>
      <vt:lpstr>PPO</vt:lpstr>
      <vt:lpstr>Config</vt:lpstr>
      <vt:lpstr>Experiment.py</vt:lpstr>
      <vt:lpstr>Next: more projects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SHAOQIN LI</dc:creator>
  <cp:lastModifiedBy>SHAOQIN LI</cp:lastModifiedBy>
  <cp:revision>1</cp:revision>
  <dcterms:created xsi:type="dcterms:W3CDTF">2026-02-27T19:32:40Z</dcterms:created>
  <dcterms:modified xsi:type="dcterms:W3CDTF">2026-02-27T20:19:55Z</dcterms:modified>
</cp:coreProperties>
</file>