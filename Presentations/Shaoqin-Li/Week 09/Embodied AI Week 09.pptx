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7649B-61B8-AAF5-DFEC-7D2DCE9D48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9BC0F9-B642-DB43-A385-D69E79C7E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88FE6-5E9C-2D3E-6FE6-94930762D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164C7-6C80-31D2-1859-DFBE4C088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FEE0A9-8534-0166-B401-2C5E9848A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4660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E7D42-5C65-9C31-77FA-DDFF8C3C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8F1DA-4C2C-3197-1FD3-932B6458C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B0E2B-70E2-118C-5C39-D364D0AAC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A84EA-4158-986D-5B63-AE59FE916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8D98C-9889-2AAB-1D91-E1B17A8C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389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7D9C6-3B56-3EB9-BE87-38E33D25F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6BD0FF-25FD-937A-EB03-4C4F1C769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FDF382-858A-942E-FB30-0D95F4882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4E145-6C9D-5B80-FA91-1A7890877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A3D4A-E5D4-6694-8A2A-B2F09F8E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134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BA625-1A5E-2BC9-CD71-E02DE418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04303-BECE-E557-204C-C2A981ABB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3F109-F7CF-D658-E51A-F151F10F9E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704F9B-ECE4-4CE9-D966-B2100E0AC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75A66-EECB-9C17-841F-535A14B4E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8A28EA-81EB-E3BA-6FD0-377BCA0BD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662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5017-CB8D-4C9F-2700-D94DC3AA8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891A2-8DE1-3C7D-CBDC-FAD7E6BABA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26C049-4B0B-96E3-6394-3AADBCFCC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E104A-B983-4C70-4E50-F507857774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37C78D-6DD3-09E0-F4CC-945DBC5419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2C50A4-7DD8-8CC7-141E-46311999E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6D440B-8E50-3A12-25AD-66F8B5152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8557C2-693D-78BB-77C0-CA6C734C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42099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D8D34-1F77-5E56-25F1-87A14BC1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F6F508-320A-E0C4-6B07-24879BE9B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5DD7A8-2129-F20C-9B6E-C75CF354A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651BB-15B6-AFB6-D567-2C0099AEC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644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CFE973-47FD-F73E-396D-DFF0B9758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66BBA3-33EE-A75D-54DE-A3497469E9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435A7-E814-AD1E-5708-8ADA216D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4549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788B5-9447-C47F-1672-38E16178E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B1FD6-DBC2-23BC-3405-AD27D60C1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BC881B-8276-5728-4FD9-4B5C95B7B2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0C9982-BBA2-B9F5-21BA-039EBEB54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705EA2-D912-30E7-9E35-39DBD6023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8AF4A-F773-4C9A-4307-1ED9A3B7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68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D94C1-6376-2B2A-7071-253EC01AF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A092D6-7DDC-EDA3-2167-C62CD5019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2BDBA-1C95-B3E8-4472-82592E2D31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39B67-2F99-2021-DCFB-09FFA778C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8CC68-1A82-898F-A4B9-56CDF5056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C844E-A5FF-FC39-DF9D-DA966C8F7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0001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5EC7E-7956-9A95-A6BE-FA019CE1A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D8A522-1662-5A1A-DED7-ADFCF8E68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B9D0CA-F591-8204-513E-AFFCBA8B3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77659D-E53D-EBAC-0012-D4428B182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00457-A706-5526-1319-621B96620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840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039F5B-57B3-47DB-812C-66E8411ED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A1EB7-632A-97A0-BC4F-E07137DF79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CAAA7-0BFA-7498-F706-3467C3D8D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6BBAB8-DC8B-C0A0-BEE8-1ED995D1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C3C6B-D3F6-7A9C-329A-829C22DD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9289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38BC82-4EE5-6D45-0203-244342EDF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3D1B5-5DFD-F84B-6E56-4E6634DAD2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3513D-6A63-E76E-83F1-97FC7657FC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49B47E-156E-4BC3-B02D-26CE5918CCE7}" type="datetimeFigureOut">
              <a:rPr lang="zh-CN" altLang="en-US" smtClean="0"/>
              <a:t>2026/3/27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EF34F7-827D-8A96-D466-978E235622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B1DB8-5353-1A76-B697-5C20A270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BF5681-118B-4645-B959-0545C1FD4F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0500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0895-4E34-B70B-C985-035C50EE7E3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Embodided</a:t>
            </a:r>
            <a:r>
              <a:rPr lang="en-US" altLang="zh-CN" dirty="0"/>
              <a:t> AI – week 9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F788F3-A70A-EDF9-778D-C3699095A4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- </a:t>
            </a:r>
            <a:r>
              <a:rPr lang="en-US" altLang="zh-CN" dirty="0" err="1"/>
              <a:t>Shaoqin</a:t>
            </a:r>
            <a:r>
              <a:rPr lang="en-US" altLang="zh-CN" dirty="0"/>
              <a:t>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7724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A7714-9885-B014-359B-ACBCA2BA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Adding new reward parameters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48D634-2A55-98FE-D14C-EB9B9740B1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w_clearance</a:t>
            </a:r>
            <a:r>
              <a:rPr lang="en-US" altLang="zh-CN" dirty="0"/>
              <a:t> = +0.5  Rewards each foot for being lifted off the ground during swing phase</a:t>
            </a:r>
          </a:p>
          <a:p>
            <a:r>
              <a:rPr lang="en-US" altLang="zh-CN" dirty="0" err="1"/>
              <a:t>w_both_contact</a:t>
            </a:r>
            <a:r>
              <a:rPr lang="en-US" altLang="zh-CN" dirty="0"/>
              <a:t> = -0.3 </a:t>
            </a:r>
            <a:r>
              <a:rPr lang="en-US" altLang="zh-CN" dirty="0" err="1"/>
              <a:t>Penalises</a:t>
            </a:r>
            <a:r>
              <a:rPr lang="en-US" altLang="zh-CN" dirty="0"/>
              <a:t> the robot whenever both feet are in contact with the ground at the same time</a:t>
            </a:r>
          </a:p>
          <a:p>
            <a:r>
              <a:rPr lang="en-US" altLang="zh-CN" dirty="0" err="1"/>
              <a:t>w_gait_symmetry</a:t>
            </a:r>
            <a:r>
              <a:rPr lang="en-US" altLang="zh-CN" dirty="0"/>
              <a:t> = +0.3 Rewards the robot for alternating left and right foot contact</a:t>
            </a:r>
          </a:p>
          <a:p>
            <a:r>
              <a:rPr lang="pl-PL" altLang="zh-CN" dirty="0"/>
              <a:t>w_foot_vel_z = +0.2</a:t>
            </a:r>
            <a:r>
              <a:rPr lang="en-US" altLang="zh-CN" dirty="0"/>
              <a:t> force the leg to be lifted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1458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834E4C-9370-4F03-30B2-4F6846926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0" y="2007829"/>
            <a:ext cx="5563288" cy="4351338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2553ADE-6479-70A7-44B6-30D37AC61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Comparison</a:t>
            </a:r>
            <a:endParaRPr lang="zh-CN" alt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3E54CF3-61BD-4EAA-2A23-ED8CE6FE7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44" y="2073711"/>
            <a:ext cx="325755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65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0636-09BB-D9C3-3F4C-0E9DCEFD1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DF33C-2371-FC65-66B8-5672B135B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gap between the legs seem to be too wide, and the leg lifting is not obvious, might need to </a:t>
            </a:r>
            <a:r>
              <a:rPr lang="en-US" altLang="zh-CN"/>
              <a:t>continue adjusting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382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114</Words>
  <Application>Microsoft Office PowerPoint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Theme</vt:lpstr>
      <vt:lpstr>Embodided AI – week 9</vt:lpstr>
      <vt:lpstr>Adding new reward parameters</vt:lpstr>
      <vt:lpstr>Comparison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SHAOQIN LI</dc:creator>
  <cp:lastModifiedBy>SHAOQIN LI</cp:lastModifiedBy>
  <cp:revision>2</cp:revision>
  <dcterms:created xsi:type="dcterms:W3CDTF">2026-03-27T15:33:04Z</dcterms:created>
  <dcterms:modified xsi:type="dcterms:W3CDTF">2026-03-27T15:41:30Z</dcterms:modified>
</cp:coreProperties>
</file>