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994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645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EMBODIED AI · WEEK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29968"/>
            <a:ext cx="10515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200" b="1" i="0" dirty="0">
                <a:solidFill>
                  <a:srgbClr val="FFFFFF"/>
                </a:solidFill>
                <a:latin typeface="Calibri"/>
              </a:rPr>
              <a:t>R1 motion retargeting</a:t>
            </a:r>
            <a:endParaRPr sz="4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3657600"/>
            <a:ext cx="1828800" cy="4572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950208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 dirty="0">
                <a:solidFill>
                  <a:srgbClr val="C9D2DA"/>
                </a:solidFill>
                <a:latin typeface="Calibri"/>
              </a:rPr>
              <a:t>I took a research retargeting tool, added our robot to it — it did not support the R1 — and turned</a:t>
            </a:r>
          </a:p>
          <a:p>
            <a:pPr algn="l">
              <a:lnSpc>
                <a:spcPct val="140000"/>
              </a:lnSpc>
            </a:pPr>
            <a:r>
              <a:rPr sz="1500" b="0" i="0" dirty="0">
                <a:solidFill>
                  <a:srgbClr val="C9D2DA"/>
                </a:solidFill>
                <a:latin typeface="Calibri"/>
              </a:rPr>
              <a:t>35 seconds of human boxing into robot joint angles. Then I measured whether the result was</a:t>
            </a:r>
          </a:p>
          <a:p>
            <a:pPr algn="l">
              <a:lnSpc>
                <a:spcPct val="140000"/>
              </a:lnSpc>
            </a:pPr>
            <a:r>
              <a:rPr sz="1500" b="0" i="0" dirty="0">
                <a:solidFill>
                  <a:srgbClr val="C9D2DA"/>
                </a:solidFill>
                <a:latin typeface="Calibri"/>
              </a:rPr>
              <a:t>something a real machine could have done. It was not, and the way I found that out is the talk.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9EAC"/>
                </a:solidFill>
                <a:latin typeface="Calibri"/>
              </a:rPr>
              <a:t>Shaoqin Li  ·  Prof. Yi Sun  ·  CCNY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What I set out to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Three questions, in the order I ran into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11064240" cy="1298448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562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5A6068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46504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Can our robot use this at all?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67128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Every retargeting paper I read targets the G1 or the H1. The tool everyone uses ships eleven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robots and the R1 is not one of them. So the first question was whether I could add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081528"/>
            <a:ext cx="11064240" cy="1298448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5A6068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22783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Does the motion look right?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48456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A 35-second boxing capture, retargeted onto the R1, rendered as video — and put next to the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G1 running the identical capture, so I had something to compare against.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562856"/>
            <a:ext cx="11064240" cy="1298448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818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7A6B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7091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Could the robot actually have done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129784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This is the one that matters. The video is convincing. That is not the same as possible, and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nothing in the pipeline ever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nine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Everything below runs on this laptop. No GPU is used at any point.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5506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55064"/>
            <a:ext cx="6035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Made an environment and cloned the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673352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20 min, nearly all download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84832"/>
            <a:ext cx="11064240" cy="4572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167128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67128"/>
            <a:ext cx="6035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Proved the R1 was 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8541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every format answered 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96896"/>
            <a:ext cx="11064240" cy="457200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679192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79192"/>
            <a:ext cx="6035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Added the R1 to the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a model, 43 shapes, two mapping files, five lines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108960"/>
            <a:ext cx="11064240" cy="4572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19125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91256"/>
            <a:ext cx="6035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Checked the install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209544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one command, one verdict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621024"/>
            <a:ext cx="11064240" cy="457200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703320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703320"/>
            <a:ext cx="6035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Retargeted 35 seconds of boxing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72160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faster than the motion plays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133088"/>
            <a:ext cx="11064240" cy="4572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21538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215384"/>
            <a:ext cx="6035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Watched it — and put it next to the G1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233672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the part that looks finished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645152"/>
            <a:ext cx="11064240" cy="457200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727448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727448"/>
            <a:ext cx="6035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Opened the motion 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74573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what a retargeted motion actually contains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157216"/>
            <a:ext cx="11064240" cy="4572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5239512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239512"/>
            <a:ext cx="6035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Measured whether it was possible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25780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the answer is 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669280"/>
            <a:ext cx="11064240" cy="457200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75157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7A6B"/>
                </a:solidFill>
                <a:latin typeface="Calibri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751576"/>
            <a:ext cx="6035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Got the wrong answer on purpose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5769864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the mistake I made first, reproduced deliberately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5840" y="2240280"/>
            <a:ext cx="82296" cy="192024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THE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What the field says about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dirty="0">
                <a:solidFill>
                  <a:srgbClr val="C9D2DA"/>
                </a:solidFill>
                <a:latin typeface="Calibri"/>
              </a:rPr>
              <a:t>Two papers — the idea and what it refuses to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F9EAC"/>
                </a:solidFill>
                <a:latin typeface="Calibri"/>
              </a:rPr>
              <a:t>One is the tool I used. The other is the argument that the tool is not enough.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Retargeting Matters — the tool I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Araújo, Ze, Xu, Wu, Liu (Stanford) · ICRA 2026 · open source, runs on a 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THE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83664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Everyone treats retargeting as plumbing — a preprocessing step you get through and stop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thinking about. This paper shows the plumbing is load-bearing. Feed a robot a reference full</a:t>
            </a: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of small impossibilities and whatever learns from it spends its capacity papering over them.</a:t>
            </a:r>
          </a:p>
          <a:p>
            <a:pPr algn="l">
              <a:lnSpc>
                <a:spcPct val="128000"/>
              </a:lnSpc>
            </a:pPr>
            <a:endParaRPr sz="1350" b="0" i="0">
              <a:solidFill>
                <a:srgbClr val="22252A"/>
              </a:solidFill>
              <a:latin typeface="Calibri"/>
            </a:endParaRPr>
          </a:p>
          <a:p>
            <a:pPr algn="l">
              <a:lnSpc>
                <a:spcPct val="128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The failures show up worst on long and fast motions — exactly the ones worth having.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36192"/>
            <a:ext cx="5349240" cy="274320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68249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A6B"/>
                </a:solidFill>
                <a:latin typeface="Calibri"/>
              </a:rPr>
              <a:t>IN ONE SENTENCE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0116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The reference motion is not preprocessing.</a:t>
            </a:r>
          </a:p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It is part of the method, and treating it</a:t>
            </a:r>
          </a:p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carelessly costs you performance later.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310128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They release the tool, show it beats the other open-source options, and get close to the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expensive commercial motion data manufacturers keep to themselves.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693920"/>
            <a:ext cx="11064240" cy="137160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370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862E"/>
                </a:solidFill>
                <a:latin typeface="Calibri"/>
              </a:rPr>
              <a:t>THE CATCH, FOR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81728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Their headline experiment runs on a motion dataset that has no R1 mapping file. Nobody has written one.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So the benchmark in the paper that made this tool credible cannot currently be reproduced on our robot —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22252A"/>
                </a:solidFill>
                <a:latin typeface="Calibri"/>
              </a:rPr>
              <a:t>and writing that file is a small, unclaimed piece of work sitting in the open.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How it works, without the mathematics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Three ideas do all of it. I have deliberately left the equations out — none of them are the point.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27632"/>
            <a:ext cx="11064240" cy="137160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A list of who drives whom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57984"/>
            <a:ext cx="104241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Somebody has to say: this human body part drives that robot body part. Left knee to left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knee, and so on. In this tool that is a plain text file — which is why adding a robot is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writing a file rather than writing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08960"/>
            <a:ext cx="11064240" cy="137160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23697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Weights, because you can't have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39312"/>
            <a:ext cx="104241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The robot's geometry will not let you put the hands, feet, hips and head all exactly where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the human's were. Each pairing carries a number saying how much it matters. Feet and torso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are heavy, wrists are light. The weights decide who loses.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590288"/>
            <a:ext cx="11064240" cy="137160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71830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Two passes over every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104241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The first cares about the shape of the pose — the angle of the torso, the swing of a limb.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The second cares about where in the world that pose sits. Asking for both at once gives a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worse answer than asking for them in order.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1">
                <a:solidFill>
                  <a:srgbClr val="5A6068"/>
                </a:solidFill>
                <a:latin typeface="Calibri"/>
              </a:rPr>
              <a:t>The solver underneath is an existing open-source one. The contribution is the framing — and the fact that it runs</a:t>
            </a:r>
          </a:p>
          <a:p>
            <a:pPr algn="l">
              <a:lnSpc>
                <a:spcPct val="125000"/>
              </a:lnSpc>
            </a:pPr>
            <a:r>
              <a:rPr sz="1350" b="0" i="1">
                <a:solidFill>
                  <a:srgbClr val="5A6068"/>
                </a:solidFill>
                <a:latin typeface="Calibri"/>
              </a:rPr>
              <a:t>fast enough on an ordinary CPU to be used live rather than as an overnight batch job.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What retargeting is never asked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KDMR — Zhang, Haener, Madabushi, Tucker (Georgia Tech) · March 2026 · tested on the Unitree G1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Retargeting is a geometry problem: put the parts where the parts were. But walking is not a geometry problem.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Nothing in the tool knows about weight, contact or friction — so it will happily produce any of these, because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52A"/>
                </a:solidFill>
                <a:latin typeface="Calibri"/>
              </a:rPr>
              <a:t>none of them are geometric errors. They are physics errors, and it was never asked about physics.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606040"/>
            <a:ext cx="11064240" cy="566928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7340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0473C"/>
                </a:solidFill>
                <a:latin typeface="Calibri"/>
              </a:rPr>
              <a:t>Floating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743200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 sole never reaches the ground, because nothing said it had 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264408"/>
            <a:ext cx="11064240" cy="566928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3924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0473C"/>
                </a:solidFill>
                <a:latin typeface="Calibri"/>
              </a:rPr>
              <a:t>Ground penetration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401568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 same error with the opposite sign — the floor is not in the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922776"/>
            <a:ext cx="11064240" cy="566928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050791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0473C"/>
                </a:solidFill>
                <a:latin typeface="Calibri"/>
              </a:rPr>
              <a:t>Foot sliding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059936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planted, but drifting sideways. To a policy, an instruction to break friction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581144"/>
            <a:ext cx="11064240" cy="566928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709159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0473C"/>
                </a:solidFill>
                <a:latin typeface="Calibri"/>
              </a:rPr>
              <a:t>Impossible transitions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718304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two poses each reachable, but not one after the other at that speed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239512"/>
            <a:ext cx="11064240" cy="566928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36752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0473C"/>
                </a:solidFill>
                <a:latin typeface="Calibri"/>
              </a:rPr>
              <a:t>The lost heel-to-toe roll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376672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 foot treated as one rigid target, so the gait looks robotic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989320"/>
            <a:ext cx="11064240" cy="658368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6089904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B2A3A"/>
                </a:solidFill>
                <a:latin typeface="Calibri"/>
              </a:rPr>
              <a:t>You cannot tune your way out of these by adjusting weights — the thing being optimised does not contain the physics at all.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B2A3A"/>
                </a:solidFill>
                <a:latin typeface="Calibri"/>
              </a:rPr>
              <a:t>KDMR adds a second stage that does. Its cost: it needs force plates. Doing the same check from the motion file alone is an open gap.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5840" y="2240280"/>
            <a:ext cx="82296" cy="192024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THE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Nine steps on one laptop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9D2DA"/>
                </a:solidFill>
                <a:latin typeface="Calibri"/>
              </a:rPr>
              <a:t>Every screen after this is output I actually got, not an illustration.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F9EAC"/>
                </a:solidFill>
                <a:latin typeface="Calibri"/>
              </a:rPr>
              <a:t>No GPU is used at any point. The whole thing runs on four CPU cores.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STEP 1 /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I made an environment and cloned the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It needs a specific simulator version and an IK library, and my other robot work needs different 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11064240" cy="251460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892807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the whole 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185416"/>
            <a:ext cx="10607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conda create -n gmr python=3.10 -y</a:t>
            </a: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conda activate gmr</a:t>
            </a:r>
          </a:p>
          <a:p>
            <a:pPr algn="l">
              <a:lnSpc>
                <a:spcPct val="106000"/>
              </a:lnSpc>
            </a:pPr>
            <a:endParaRPr sz="140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cd ~</a:t>
            </a: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git clone --recurse-submodules https://github.com/YanjieZe/GMR.git</a:t>
            </a: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cd GMR</a:t>
            </a: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pip install -e .</a:t>
            </a: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conda install -c conda-forge libstdcxx-ng -y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480560"/>
            <a:ext cx="5394960" cy="169164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608576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About twenty minutes, nearly all of it download — 3.6 GB with the robot assets.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3036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The submodule flag is not optional: without it you get a clone that imports fine and then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068"/>
                </a:solidFill>
                <a:latin typeface="Calibri"/>
              </a:rPr>
              <a:t>fails on a missing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480560"/>
            <a:ext cx="5367528" cy="169164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46085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862E"/>
                </a:solidFill>
                <a:latin typeface="Calibri"/>
              </a:rPr>
              <a:t>AND ONE WARNING, FOREVER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919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52A"/>
                </a:solidFill>
                <a:latin typeface="Consolas"/>
              </a:rPr>
              <a:t>xrobotoolkit_sdk not found, skip for now.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5266944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It prints on every single command. It is a VR streaming dependency nothing here uses — not an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STEP 2 /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I proved the R1 was missing before adding anything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Each key is a motion-capture format. Each answer says whether a mapping exists for our robot.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11064240" cy="169164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947672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$ python -c "from general_motion_retargeting import IK_CONFIG_DICT; \</a:t>
            </a: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      print({k: 'unitree_r1' in v for k, v in IK_CONFIG_DICT.items()})"</a:t>
            </a:r>
          </a:p>
          <a:p>
            <a:pPr algn="l">
              <a:lnSpc>
                <a:spcPct val="106000"/>
              </a:lnSpc>
            </a:pPr>
            <a:endParaRPr sz="140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{'smplx': False, 'bvh_lafan1': False, 'bvh_nokov': False, 'bvh_xsens': False,</a:t>
            </a: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 'fbx': False, 'fbx_offline': False, 'xrobot': False, 'xsens_mvn': False}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03320"/>
            <a:ext cx="11064240" cy="96012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B2A3A"/>
                </a:solidFill>
                <a:latin typeface="Calibri"/>
              </a:rPr>
              <a:t>That is a correct, fully working install of the tool — that cannot retarget onto our robot at all.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B2A3A"/>
                </a:solidFill>
                <a:latin typeface="Calibri"/>
              </a:rPr>
              <a:t>Eleven robots supported, several of them Unitree's. Not this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92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I ran this first on purpose. It is the before picture, and it is the reason the next step counts as work rather than as configuration.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STEP 3 /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I added the R1 — four things, and it prints all four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A model, its 43 shapes, two mapping files, and five lines registering the robot.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11064240" cy="320040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947672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$ python install_r1_into_gmr.py --meshes support/assets</a:t>
            </a:r>
          </a:p>
          <a:p>
            <a:pPr algn="l">
              <a:lnSpc>
                <a:spcPct val="106000"/>
              </a:lnSpc>
            </a:pPr>
            <a:endParaRPr sz="130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GMR clone: /home/sql/GMR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r1_mocap.xml             -&gt; assets/unitree_r1/r1_mocap.xml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r1_scene.xml             -&gt; assets/unitree_r1/r1_scene.xml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bvh_xsens_to_r1.json     -&gt; general_motion_retargeting/ik_configs/bvh_xsens_to_r1.json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smplx_to_r1.json         -&gt; general_motion_retargeting/ik_configs/smplx_to_r1.json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43 meshes copied from support/assets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params.py: 5 entries added (backup: params.py.before_r1)</a:t>
            </a:r>
          </a:p>
          <a:p>
            <a:pPr algn="l">
              <a:lnSpc>
                <a:spcPct val="106000"/>
              </a:lnSpc>
            </a:pPr>
            <a:endParaRPr sz="130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R1 accepted from: smplx, bvh_xsens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OK -- the R1 is installed in GMR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1663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Two formats now work: the format our capture is in, and the one the big public dataset uses. The third — the one most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tutorials use — still says no, because nobody has written that mapping for this robot.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STEP 4 /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I checked the install rather than assuming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Nine things, one verdict. I wrote this so a failed install is found now and not mid-session.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11064240" cy="356616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947672"/>
            <a:ext cx="10607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$ python check_setup.py</a:t>
            </a:r>
          </a:p>
          <a:p>
            <a:pPr algn="l">
              <a:lnSpc>
                <a:spcPct val="106000"/>
              </a:lnSpc>
            </a:pPr>
            <a:endParaRPr sz="130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[ok]  python 3.10+                           3.10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[ok]  mujoco                                 3.6.0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[ok]  mink (the IK solver)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[ok]  general_motion_retargeting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[ok]  R1 robot model                         r1_scene.xml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[ok]  R1 motion mappings                     smplx, bvh_xsens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[ok]  the boxing capture                     2949 KB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[ok]  mujoco_menagerie submodule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[ok]  video writer (imageio)</a:t>
            </a:r>
          </a:p>
          <a:p>
            <a:pPr algn="l">
              <a:lnSpc>
                <a:spcPct val="106000"/>
              </a:lnSpc>
            </a:pPr>
            <a:endParaRPr sz="130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READY.  Nothing else to install.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5321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Anything that fails prints the exact command that fixes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STEP 5 /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I retargeted 35 seconds of boxing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The tool ships one motion capture: 4,249 frames at 120 Hz, recorded with a motion-capture suit.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11064240" cy="228600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947672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DDE4EC"/>
                </a:solidFill>
                <a:latin typeface="Consolas"/>
              </a:rPr>
              <a:t>$ python scripts/xsens_bvh_to_robot_headless.py \</a:t>
            </a:r>
          </a:p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DDE4EC"/>
                </a:solidFill>
                <a:latin typeface="Consolas"/>
              </a:rPr>
              <a:t>      --bvh_file assets/xsens_bvh_test/251021_04_boxing_120Hz_cm_3DsMax.bvh \</a:t>
            </a:r>
          </a:p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DDE4EC"/>
                </a:solidFill>
                <a:latin typeface="Consolas"/>
              </a:rPr>
              <a:t>      --robot unitree_r1 --start 600 --end 1800 --save_path out/mine.pkl</a:t>
            </a:r>
          </a:p>
          <a:p>
            <a:pPr algn="l">
              <a:lnSpc>
                <a:spcPct val="106000"/>
              </a:lnSpc>
            </a:pPr>
            <a:endParaRPr sz="135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DDE4EC"/>
                </a:solidFill>
                <a:latin typeface="Consolas"/>
              </a:rPr>
              <a:t>[headless] IK solve rate: 197.2 FPS (6.1s for 1200 frames),</a:t>
            </a:r>
          </a:p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DDE4EC"/>
                </a:solidFill>
                <a:latin typeface="Consolas"/>
              </a:rPr>
              <a:t>           motion is 120 fps -&gt; real-time capable</a:t>
            </a:r>
          </a:p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DDE4EC"/>
                </a:solidFill>
                <a:latin typeface="Consolas"/>
              </a:rPr>
              <a:t>[headless] motion saved to out/mine.pkl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251960"/>
            <a:ext cx="5394960" cy="1874519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4074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A6B"/>
                </a:solidFill>
                <a:latin typeface="Calibri"/>
              </a:rPr>
              <a:t>IT SOLVES FASTER THAN THE MOTION PLAYS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18304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197 poses a second against a motion recorded at 120. So this is not an overnight batch job —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it could run live, off a suit somebody is wearing, with margin to spare.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251960"/>
            <a:ext cx="5367528" cy="1874519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44074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A6068"/>
                </a:solidFill>
                <a:latin typeface="Calibri"/>
              </a:rPr>
              <a:t>WHY I SKIP THE FIRST 600 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718304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Because they are not the boxing. Step 9 is me finding that out the hard way, on purpose,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in front of you.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STEP 6 /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I watched it — and put it next to the G1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The G1 is the robot every paper uses. Running the identical capture on both is my control.</a:t>
            </a:r>
          </a:p>
        </p:txBody>
      </p:sp>
      <p:pic>
        <p:nvPicPr>
          <p:cNvPr id="5" name="r1_vs_g1_boxing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15768" y="178308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15768" y="5644134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the same 35-second capture, retargeted onto both robots — R1 left, G1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Calibri"/>
              </a:rPr>
              <a:t>Watch it and commit to a judgement before the next slide: does that look like a real robot boxing?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It is genuinely convincing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Which is the problem, and the reason the rest of this talk exists.</a:t>
            </a:r>
          </a:p>
        </p:txBody>
      </p:sp>
      <p:pic>
        <p:nvPicPr>
          <p:cNvPr id="4" name="r1_gmr_boxing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34440" y="1600200"/>
            <a:ext cx="3931920" cy="44234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06440" y="1828800"/>
            <a:ext cx="5852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 dirty="0">
                <a:solidFill>
                  <a:srgbClr val="22252A"/>
                </a:solidFill>
                <a:latin typeface="Calibri"/>
              </a:rPr>
              <a:t>The guard comes up. The weight shifts between the feet. The punches extend and retract.</a:t>
            </a:r>
          </a:p>
          <a:p>
            <a:pPr algn="l">
              <a:lnSpc>
                <a:spcPct val="135000"/>
              </a:lnSpc>
            </a:pPr>
            <a:r>
              <a:rPr sz="1550" b="0" i="0" dirty="0">
                <a:solidFill>
                  <a:srgbClr val="22252A"/>
                </a:solidFill>
                <a:latin typeface="Calibri"/>
              </a:rPr>
              <a:t>The feet stay planted under the body.</a:t>
            </a:r>
          </a:p>
          <a:p>
            <a:pPr algn="l">
              <a:lnSpc>
                <a:spcPct val="135000"/>
              </a:lnSpc>
            </a:pPr>
            <a:endParaRPr sz="1550" b="0" i="0" dirty="0">
              <a:solidFill>
                <a:srgbClr val="22252A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550" b="0" i="0" dirty="0">
                <a:solidFill>
                  <a:srgbClr val="22252A"/>
                </a:solidFill>
                <a:latin typeface="Calibri"/>
              </a:rPr>
              <a:t>Nothing about it looks wrong — and I had no way to say whether it was right.</a:t>
            </a:r>
          </a:p>
          <a:p>
            <a:pPr algn="l">
              <a:lnSpc>
                <a:spcPct val="135000"/>
              </a:lnSpc>
            </a:pPr>
            <a:endParaRPr sz="1550" b="0" i="0" dirty="0">
              <a:solidFill>
                <a:srgbClr val="22252A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550" b="0" i="0" dirty="0">
                <a:solidFill>
                  <a:srgbClr val="22252A"/>
                </a:solidFill>
                <a:latin typeface="Calibri"/>
              </a:rPr>
              <a:t>Everything I had built up to this point could tell me the poses were close to the human's.</a:t>
            </a:r>
          </a:p>
          <a:p>
            <a:pPr algn="l">
              <a:lnSpc>
                <a:spcPct val="135000"/>
              </a:lnSpc>
            </a:pPr>
            <a:r>
              <a:rPr sz="1550" b="0" i="0" dirty="0">
                <a:solidFill>
                  <a:srgbClr val="22252A"/>
                </a:solidFill>
                <a:latin typeface="Calibri"/>
              </a:rPr>
              <a:t>None of it could tell me whether a machine with mass, motors and a floor could have</a:t>
            </a:r>
          </a:p>
          <a:p>
            <a:pPr algn="l">
              <a:lnSpc>
                <a:spcPct val="135000"/>
              </a:lnSpc>
            </a:pPr>
            <a:r>
              <a:rPr sz="1550" b="0" i="0" dirty="0">
                <a:solidFill>
                  <a:srgbClr val="22252A"/>
                </a:solidFill>
                <a:latin typeface="Calibri"/>
              </a:rPr>
              <a:t>produced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4892040"/>
            <a:ext cx="5824728" cy="100584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60" y="51389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8862E"/>
                </a:solidFill>
                <a:latin typeface="Calibri"/>
              </a:rPr>
              <a:t>So I wrote something that could.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STEP 7 /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I opened the motion file to see what I actually 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Before measuring it, I wanted to know what a retargeted motion contains.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11064240" cy="182880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947672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root_pos     (1200, 3)      float64      where the pelvis is</a:t>
            </a: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root_rot     (1200, 4)      float64      which way it faces</a:t>
            </a: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dof_pos      (1200, 24)     float64      the angle of each of the 24 joints</a:t>
            </a: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fps          ()             int64</a:t>
            </a:r>
          </a:p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DDE4EC"/>
                </a:solidFill>
                <a:latin typeface="Consolas"/>
              </a:rPr>
              <a:t>robot        ()             &lt;U10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840480"/>
            <a:ext cx="11064240" cy="137160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9867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NOTICE WHAT IS NOT THERE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97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B2A3A"/>
                </a:solidFill>
                <a:latin typeface="Calibri"/>
              </a:rPr>
              <a:t>No velocities. No forces. No torques. No contact. No mass. Nothing about whether any of this is possible —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B2A3A"/>
                </a:solidFill>
                <a:latin typeface="Calibri"/>
              </a:rPr>
              <a:t>it is a list of poses and the times to hold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440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A6068"/>
                </a:solidFill>
                <a:latin typeface="Calibri"/>
              </a:rPr>
              <a:t>That absence is not a bug in the file format. It is the whole point: the tool was asked where the limbs go, and that is what it stored.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STEP 8 /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I measured whether the robot could have done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Four questions a real machine would have to satisfy. I wrote the tool; it takes a motion file and answers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7589520" cy="416052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901952"/>
            <a:ext cx="713232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$ python exp4_check_motion.py out/mine.pkl</a:t>
            </a:r>
          </a:p>
          <a:p>
            <a:pPr algn="l">
              <a:lnSpc>
                <a:spcPct val="106000"/>
              </a:lnSpc>
            </a:pPr>
            <a:endParaRPr sz="115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1. FEET -- does the robot ever touch the ground?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lowest contact point:  min  -1.15 cm   mean  +0.50 cm   max  +1.80 cm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-&gt; touches down on 762/1200 frames (64%)</a:t>
            </a:r>
          </a:p>
          <a:p>
            <a:pPr algn="l">
              <a:lnSpc>
                <a:spcPct val="106000"/>
              </a:lnSpc>
            </a:pPr>
            <a:endParaRPr sz="115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2. PELVIS -- does the body rise and fall like a real one?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height 0.648 .. 0.733 m   (range 8.49 cm)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-&gt; moves, as a real body would</a:t>
            </a:r>
          </a:p>
          <a:p>
            <a:pPr algn="l">
              <a:lnSpc>
                <a:spcPct val="106000"/>
              </a:lnSpc>
            </a:pPr>
            <a:endParaRPr sz="115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3. LIMITS -- is any joint pushed past its mechanical stop?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-&gt; none. every joint stays inside its range.</a:t>
            </a:r>
          </a:p>
          <a:p>
            <a:pPr algn="l">
              <a:lnSpc>
                <a:spcPct val="106000"/>
              </a:lnSpc>
            </a:pPr>
            <a:endParaRPr sz="115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4. SPEED -- could a motor actually move this fast?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peak joint speed 27.3 rad/s   (limit set to 20)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-&gt; exceeded on 5 frames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737360"/>
            <a:ext cx="3310128" cy="2240280"/>
          </a:xfrm>
          <a:prstGeom prst="roundRect">
            <a:avLst/>
          </a:prstGeom>
          <a:solidFill>
            <a:srgbClr val="F7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0" y="187451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0473C"/>
                </a:solidFill>
                <a:latin typeface="Calibri"/>
              </a:rPr>
              <a:t>VERDICT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157984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B0473C"/>
                </a:solidFill>
                <a:latin typeface="Calibri"/>
              </a:rPr>
              <a:t>NOT physically</a:t>
            </a:r>
          </a:p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B0473C"/>
                </a:solidFill>
                <a:latin typeface="Calibri"/>
              </a:rPr>
              <a:t>realisable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962656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52A"/>
                </a:solidFill>
                <a:latin typeface="Calibri"/>
              </a:rPr>
              <a:t>the feet go through the floor,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52A"/>
                </a:solidFill>
                <a:latin typeface="Calibri"/>
              </a:rPr>
              <a:t>and five frames need a motor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2252A"/>
                </a:solidFill>
                <a:latin typeface="Calibri"/>
              </a:rPr>
              <a:t>faster than the servo 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4160520"/>
            <a:ext cx="3310128" cy="173736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42793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A6068"/>
                </a:solidFill>
                <a:latin typeface="Calibri"/>
              </a:rPr>
              <a:t>TWO OF FOUR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572000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The body rises and falls 8.5 cm,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like a real one, and no joint is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driven past its stop.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Whoever built this did not do it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2252A"/>
                </a:solidFill>
                <a:latin typeface="Calibri"/>
              </a:rPr>
              <a:t>carelessly — it fails anyway.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A6B"/>
                </a:solidFill>
                <a:latin typeface="Calibri"/>
              </a:rPr>
              <a:t>STEP 9 /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3A"/>
                </a:solidFill>
                <a:latin typeface="Calibri"/>
              </a:rPr>
              <a:t>Then I got a much better wrong answer,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A6068"/>
                </a:solidFill>
                <a:latin typeface="Calibri"/>
              </a:rPr>
              <a:t>I retargeted the first three seconds instead — the part I had told myself to skip.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7086600" cy="329184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901952"/>
            <a:ext cx="6629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1. FEET -- does the robot ever touch the ground?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lowest contact point:  min  +4.53 cm   mean  +4.58 cm   max  +4.63 cm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-&gt; FLOATING the whole time.  0 of 360 frames make contact.</a:t>
            </a:r>
          </a:p>
          <a:p>
            <a:pPr algn="l">
              <a:lnSpc>
                <a:spcPct val="106000"/>
              </a:lnSpc>
            </a:pPr>
            <a:endParaRPr sz="115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2. PELVIS -- does the body rise and fall like a real one?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height 0.787 .. 0.787 m   (range 0.06 cm)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-&gt; FROZEN. A moving human does not hold this constant.</a:t>
            </a:r>
          </a:p>
          <a:p>
            <a:pPr algn="l">
              <a:lnSpc>
                <a:spcPct val="106000"/>
              </a:lnSpc>
            </a:pPr>
            <a:endParaRPr sz="115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4. SPEED -- could a motor actually move this fast?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     peak joint speed 0.6 rad/s</a:t>
            </a:r>
          </a:p>
          <a:p>
            <a:pPr algn="l">
              <a:lnSpc>
                <a:spcPct val="106000"/>
              </a:lnSpc>
            </a:pPr>
            <a:endParaRPr sz="115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!! WARNING -- THIS LOOKS LIKE A CALIBRATION POSE, NOT A MOTION.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737360"/>
            <a:ext cx="3904487" cy="141732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87451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862E"/>
                </a:solidFill>
                <a:latin typeface="Calibri"/>
              </a:rPr>
              <a:t>A FAR BETTER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17627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22252A"/>
                </a:solidFill>
                <a:latin typeface="Calibri"/>
              </a:rPr>
              <a:t>“The robot never touches the</a:t>
            </a:r>
          </a:p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22252A"/>
                </a:solidFill>
                <a:latin typeface="Calibri"/>
              </a:rPr>
              <a:t>ground and its pelvis never</a:t>
            </a:r>
          </a:p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22252A"/>
                </a:solidFill>
                <a:latin typeface="Calibri"/>
              </a:rPr>
              <a:t>moves.”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310128"/>
            <a:ext cx="3904487" cy="1719072"/>
          </a:xfrm>
          <a:prstGeom prst="roundRect">
            <a:avLst/>
          </a:prstGeom>
          <a:solidFill>
            <a:srgbClr val="F7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1000" y="34472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0473C"/>
                </a:solidFill>
                <a:latin typeface="Calibri"/>
              </a:rPr>
              <a:t>AND COMPLETELY 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74903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Every capture opens with the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performer standing still for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calibration. I measured that,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not the boxing.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212080"/>
            <a:ext cx="11064240" cy="109728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358384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B2A3A"/>
                </a:solidFill>
                <a:latin typeface="Calibri"/>
              </a:rPr>
              <a:t>The giveaway was check 4 — the one I was not even looking at. 0.6 rad/s is impossibly slow for someone throwing punches.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1B2A3A"/>
                </a:solidFill>
                <a:latin typeface="Calibri"/>
              </a:rPr>
              <a:t>I reported this as a finding before I caught it. The tool now refuses to give a verdict when the input looks like a calibration pose.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measurement that disagreed with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Same source file, same tool, same robot — retargeted twice, over different frame ranges.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5394960" cy="173736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007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A6068"/>
                </a:solidFill>
                <a:latin typeface="Calibri"/>
              </a:rPr>
              <a:t>ALL 4,249 FRAMES, ONE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B2A3A"/>
                </a:solidFill>
                <a:latin typeface="Consolas"/>
              </a:rPr>
              <a:t>floats  +3.22 … +5.57 cm</a:t>
            </a:r>
          </a:p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B2A3A"/>
                </a:solidFill>
                <a:latin typeface="Consolas"/>
              </a:rPr>
              <a:t>0 of 4249 frames touch the 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95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what I reported in July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72768"/>
            <a:ext cx="5367528" cy="173736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7007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A6068"/>
                </a:solidFill>
                <a:latin typeface="Calibri"/>
              </a:rPr>
              <a:t>FRAMES 600–1800, ON THEIR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B2A3A"/>
                </a:solidFill>
                <a:latin typeface="Consolas"/>
              </a:rPr>
              <a:t>penetrates  −1.15 cm</a:t>
            </a:r>
          </a:p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B2A3A"/>
                </a:solidFill>
                <a:latin typeface="Consolas"/>
              </a:rPr>
              <a:t>762 of 1200 frames in 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8895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068"/>
                </a:solidFill>
                <a:latin typeface="Calibri"/>
              </a:rPr>
              <a:t>what I reported last week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401568"/>
            <a:ext cx="11064240" cy="201168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3511296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so I compared the same frames from both runs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803904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$ python compare_windows.py --full out/full_capture.pkl --window out/mine.pkl</a:t>
            </a:r>
          </a:p>
          <a:p>
            <a:pPr algn="l">
              <a:lnSpc>
                <a:spcPct val="106000"/>
              </a:lnSpc>
            </a:pPr>
            <a:endParaRPr sz="130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root height difference (full - windowed):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 mean +0.0590 m   sd 0.004326 m   min +0.0512   max +0.0642</a:t>
            </a:r>
          </a:p>
          <a:p>
            <a:pPr algn="l">
              <a:lnSpc>
                <a:spcPct val="106000"/>
              </a:lnSpc>
            </a:pPr>
            <a:endParaRPr sz="1300" b="0" i="0">
              <a:solidFill>
                <a:srgbClr val="DDE4EC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joint angles, same frames: max |difference| = 5.053e-01 rad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541264"/>
            <a:ext cx="11064240" cy="1115568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6509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The robot sits 5.9 cm higher in one run than the other — and the joint angles differ by half a radian, so it is not just a shift.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The tool works out where the floor is from the clip you hand it, and it solves each frame starting from the previous one. Change the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B2A3A"/>
                </a:solidFill>
                <a:latin typeface="Calibri"/>
              </a:rPr>
              <a:t>clip and you change both. Both of my numbers were honest measurements of two genuinely different outputs.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What I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Three things, and the third one is new since last week.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11064240" cy="137160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645920"/>
            <a:ext cx="82296" cy="1371600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The R1 works in this tool now, and it did not 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9424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Two capture formats accepted, a 35-second motion retargeted, and a control run on the G1 to compare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against. As far as I can find, there is no published work using this robot at 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182112"/>
            <a:ext cx="11064240" cy="137160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3182112"/>
            <a:ext cx="82296" cy="1371600"/>
          </a:xfrm>
          <a:prstGeom prst="rect">
            <a:avLst/>
          </a:prstGeom>
          <a:solidFill>
            <a:srgbClr val="B04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32841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The motion looks finished and is not physically possible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85615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 feet go through the floor by just over a centimetre, and five frames ask a joint to move faster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than the servo can. Nothing in the pipeline was ever asked about gravity, contact or torque.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18304"/>
            <a:ext cx="11064240" cy="137160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4718304"/>
            <a:ext cx="82296" cy="137160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86460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Two of my own measurements disagreed — and both were 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21808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That is the next slide. It is the most interesting thing I have found in this line of work.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What I had to correct along the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Three, and I would rather say them than have them asked.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27632"/>
            <a:ext cx="11064240" cy="137160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7393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8862E"/>
                </a:solidFill>
                <a:latin typeface="Calibri"/>
              </a:rPr>
              <a:t>What I added is smaller than it sounds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12848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 R1 mapping file is the G1's with two changes: one wrist joint renamed, and three limb-size numbers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retuned. Every body pairing and every weight is the tool's, unchanged. It is adapting, not deriving.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45536"/>
            <a:ext cx="11064240" cy="137160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8862E"/>
                </a:solidFill>
                <a:latin typeface="Calibri"/>
              </a:rPr>
              <a:t>Those three numbers were tuned by hand, not calculated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30752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I measured the robot's bones against the performer's afterwards. The geometry implies 0.67 and 0.70;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 file says 0.818 and 0.578. They were arrived at by trying values until the motion looked right.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63440"/>
            <a:ext cx="11064240" cy="137160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8097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8862E"/>
                </a:solidFill>
                <a:latin typeface="Calibri"/>
              </a:rPr>
              <a:t>None of this is committed anywhere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248655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It lives as loose files inside a clone of somebody else's repository — a repository that is now a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published paper. Getting it upstreamed would make it citable and would take an afternoon.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WHERE THIS GOES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Four things, in the order I would do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8862E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671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Find out which of the two causes drives the disagreement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5511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C9D2DA"/>
                </a:solidFill>
                <a:latin typeface="Calibri"/>
              </a:rPr>
              <a:t>Turn off the floor inference, re-run, and see how much of the 5.9 cm survives. Half a day, no new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81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8862E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09981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Set the three size numbers from the measured bones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4838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C9D2DA"/>
                </a:solidFill>
                <a:latin typeface="Calibri"/>
              </a:rPr>
              <a:t>Then re-run the measurement and see whether the feet stop going through the floor. Ten minutes, a result either 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1421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8862E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032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Write the missing mapping file for the big public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4165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C9D2DA"/>
                </a:solidFill>
                <a:latin typeface="Calibri"/>
              </a:rPr>
              <a:t>It would open that dataset to this robot — and make the benchmark in the tool's own paper reproducible 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469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8862E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9651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Check the motion with physics, not just 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C9D2DA"/>
                </a:solidFill>
                <a:latin typeface="Calibri"/>
              </a:rPr>
              <a:t>The second paper does this but needs force plates. Doing it from the motion file alone is the gap it leaves open.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B8862E"/>
                </a:solidFill>
                <a:latin typeface="Calibri"/>
              </a:rPr>
              <a:t>And the thing that makes any of it worth writing up: as of this week, an arXiv search for "Unitree R1" returns nothing at 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3553</Words>
  <Application>Microsoft Office PowerPoint</Application>
  <PresentationFormat>Widescreen</PresentationFormat>
  <Paragraphs>328</Paragraphs>
  <Slides>22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SHAOQIN LI</cp:lastModifiedBy>
  <cp:revision>2</cp:revision>
  <dcterms:created xsi:type="dcterms:W3CDTF">2013-01-27T09:14:16Z</dcterms:created>
  <dcterms:modified xsi:type="dcterms:W3CDTF">2026-09-04T02:47:52Z</dcterms:modified>
  <cp:category/>
</cp:coreProperties>
</file>