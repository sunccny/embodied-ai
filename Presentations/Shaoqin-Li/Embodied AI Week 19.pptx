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13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F5102-A426-9925-5CB5-3A3F8193FE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95D828-07EA-28FA-64A9-EA06C45A6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31824-8BDE-1AC9-8585-C92F65EF6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01DB-AB6C-4635-8A7A-4C56C4D0D03F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1E640-4497-B3D1-8B9C-49D62A180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69E85-A3CA-DD63-5024-D941C82DF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F4573-2BEE-4F20-A8D1-A7737BF1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224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46E04-DE3A-4214-0BA8-D492CF0DF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99FEC-7855-9516-7022-9D770C4AD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EFC6B-571A-C3DD-5324-D9D4693C3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01DB-AB6C-4635-8A7A-4C56C4D0D03F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73968-ADD5-4963-32A8-3731BEA9E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0DE29-20E5-050E-1FBD-9264EE3A3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F4573-2BEE-4F20-A8D1-A7737BF1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546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E7BFA-C8D8-2FF2-20A7-9A16ECED1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877AD-D272-C2A7-7675-80FDBE5FC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5DDB3-184E-180E-9F91-90C000FD0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01DB-AB6C-4635-8A7A-4C56C4D0D03F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F2C49-37EC-857E-CE9B-102AB3254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F3C4E-29EE-F9A9-AA82-37A6733D9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F4573-2BEE-4F20-A8D1-A7737BF1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540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19F97-0FA7-CBAE-82D4-A55AA901C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52ECE-D1D1-302C-14F2-BED168D0DA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590CE-4F90-E415-F894-69B63E3F69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96EF08-24EE-1A7C-6EFE-CB71AA188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01DB-AB6C-4635-8A7A-4C56C4D0D03F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545C72-DBEF-2886-223F-A6A0074BF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9EF73-76BA-9928-65BA-5F17984AC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F4573-2BEE-4F20-A8D1-A7737BF1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8271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52FC0-D11B-F1FE-663F-6D8068F9C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9A26A-D4E2-BE7F-A834-C553DC849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23F92-DFAA-14B4-9ABD-651A4B33F8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2D7A45-C34D-896C-BF3F-B18837CEA7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DB36E3-4A03-867E-DA33-289118CE9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E2BB75-F08D-7431-2A16-325E1EEF0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01DB-AB6C-4635-8A7A-4C56C4D0D03F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7FC39A-AAE9-7517-BA79-90FB2E0DA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C3D7FD-21D8-8707-AD9A-B322CD2F1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F4573-2BEE-4F20-A8D1-A7737BF1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654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E26C5-1EB6-7F11-1660-F51B67701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7E97AD-E92C-7700-4504-7F48AD8A9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01DB-AB6C-4635-8A7A-4C56C4D0D03F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020D36-C7F6-7E57-6A56-BF2276BC1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B7742A-063D-BDB1-E082-E057F5C0E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F4573-2BEE-4F20-A8D1-A7737BF1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445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94D35-F479-5020-BB57-C10A7843D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01DB-AB6C-4635-8A7A-4C56C4D0D03F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14085-4D06-0615-0AEF-C814FCD42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2E602-5876-FEEA-5EE2-CC1C2C03C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F4573-2BEE-4F20-A8D1-A7737BF1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8409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A68EA-FA6F-E5F5-975C-32716CAC4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AF6B3-1769-0ACC-1A7C-A877069A9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8EC5-D979-4F1C-2AED-B7BCDFC2B1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C393A-D21D-3029-862C-B1387618A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01DB-AB6C-4635-8A7A-4C56C4D0D03F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08491-0C8B-8E7F-9C13-C696340A5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EC270-CE7A-ED00-4687-C62131EB0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F4573-2BEE-4F20-A8D1-A7737BF1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153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C4682-F515-7236-6ACE-1309E2ED8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6423B7-181D-404C-4326-F6288076C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443512-0DCB-D5CC-C871-2C8AD832C8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8FF83-D9CC-9907-B952-5E9503B46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01DB-AB6C-4635-8A7A-4C56C4D0D03F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A0CCDA-609B-AB99-6EB6-ECAA994CD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8B6A4-8D1B-A847-AFE7-0FBCF3F2B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F4573-2BEE-4F20-A8D1-A7737BF1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670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910CC-DF0B-834F-5CD8-5955D50DD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47DCC6-EA87-F7CB-DD14-E4CA800830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55061-6589-FB0D-DFCC-9DA3B744C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01DB-AB6C-4635-8A7A-4C56C4D0D03F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E48DB-5069-A038-8C04-287A8F7DA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2DF4A-900E-430D-686E-70EF4CA10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F4573-2BEE-4F20-A8D1-A7737BF1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901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5D21A4-FFF5-50A3-F2B4-6EF8AB94DD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9AB57B-D904-0248-68B4-5C2DAB7795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12A74-9E75-E5BE-AF03-008DE93FA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01DB-AB6C-4635-8A7A-4C56C4D0D03F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0D180-7953-D5D4-1D31-DD45A5DEF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179B0-B4A1-B81A-CF1F-BDC2B217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F4573-2BEE-4F20-A8D1-A7737BF1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673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476411-04D3-C798-BA28-97FAC2562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0E6C5-67A4-CF86-4635-3A39D84BE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31209-CB7B-883B-ECA6-6096E15669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0301DB-AB6C-4635-8A7A-4C56C4D0D03F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ABFE2-7238-4003-2E39-760F9C53F7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44CBF-7E8C-0B80-36CC-CC72BCB213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0F4573-2BEE-4F20-A8D1-A7737BF1B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543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media" Target="../media/media3.mp4"/><Relationship Id="rId7" Type="http://schemas.openxmlformats.org/officeDocument/2006/relationships/image" Target="../media/image3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3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E900D-61D7-974B-273E-EB5135EDFD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Embodied AI week 19</a:t>
            </a:r>
            <a:endParaRPr lang="zh-CN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8551F8-95B8-D33B-6483-8C08C7D679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- </a:t>
            </a:r>
            <a:r>
              <a:rPr lang="en-US" altLang="zh-CN" dirty="0" err="1"/>
              <a:t>Shaoqin</a:t>
            </a:r>
            <a:r>
              <a:rPr lang="en-US" altLang="zh-CN" dirty="0"/>
              <a:t> Li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5650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85AB0-DA22-FD16-C128-F224DF1B1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R1 standing in </a:t>
            </a:r>
            <a:r>
              <a:rPr lang="en-US" altLang="zh-CN" dirty="0" err="1"/>
              <a:t>unitree_mujoco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D87BA-BF31-1B47-6ED2-DC685264F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Last week, I want to get familiar with how to use DDS to communicate with unitree r1 in </a:t>
            </a:r>
            <a:r>
              <a:rPr lang="en-US" altLang="zh-CN" dirty="0" err="1"/>
              <a:t>Unitree_mujoco</a:t>
            </a:r>
            <a:r>
              <a:rPr lang="en-US" altLang="zh-CN" dirty="0"/>
              <a:t> but failed.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7869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F31A0-33F8-9D71-B052-BCE0E5243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result</a:t>
            </a:r>
            <a:endParaRPr lang="zh-CN" altLang="en-US" dirty="0"/>
          </a:p>
        </p:txBody>
      </p:sp>
      <p:pic>
        <p:nvPicPr>
          <p:cNvPr id="4" name="MuJoCo _ r1 scene (Ubuntu) 2026-07-03 15-10-53">
            <a:hlinkClick r:id="" action="ppaction://media"/>
            <a:extLst>
              <a:ext uri="{FF2B5EF4-FFF2-40B4-BE49-F238E27FC236}">
                <a16:creationId xmlns:a16="http://schemas.microsoft.com/office/drawing/2014/main" id="{D3D3AB20-B303-5566-9B36-DB90F3B71E05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87613" y="1825625"/>
            <a:ext cx="7216775" cy="4351338"/>
          </a:xfrm>
        </p:spPr>
      </p:pic>
    </p:spTree>
    <p:extLst>
      <p:ext uri="{BB962C8B-B14F-4D97-AF65-F5344CB8AC3E}">
        <p14:creationId xmlns:p14="http://schemas.microsoft.com/office/powerpoint/2010/main" val="1846522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80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BA7E2-D774-823B-6ADF-752DCB5FB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Recall from </a:t>
            </a:r>
            <a:r>
              <a:rPr lang="en-US" altLang="zh-CN" dirty="0" err="1"/>
              <a:t>unitree_mujoco</a:t>
            </a:r>
            <a:r>
              <a:rPr lang="en-US" altLang="zh-CN" dirty="0"/>
              <a:t> structure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FC40A-B289-A625-E59D-D5CC631C8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Unitree_mujoco</a:t>
            </a:r>
            <a:r>
              <a:rPr lang="en-US" altLang="zh-CN" dirty="0"/>
              <a:t> is a two process system that mimics the real robot</a:t>
            </a:r>
          </a:p>
          <a:p>
            <a:r>
              <a:rPr lang="en-US" altLang="zh-CN" dirty="0" err="1"/>
              <a:t>Unitree_mujoco</a:t>
            </a:r>
            <a:r>
              <a:rPr lang="en-US" altLang="zh-CN" dirty="0"/>
              <a:t>(simulator), r1_stand_sim2sim.py(controller)</a:t>
            </a:r>
          </a:p>
          <a:p>
            <a:r>
              <a:rPr lang="en-US" altLang="zh-CN" dirty="0"/>
              <a:t>The simulator publishes the robot’s state and listens for motor commands</a:t>
            </a:r>
          </a:p>
          <a:p>
            <a:r>
              <a:rPr lang="en-US" altLang="zh-CN" dirty="0"/>
              <a:t>The controller reads the robot’s state from simulator and send out motor commands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0133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FC01C-6FA2-D28A-8FCA-F84EA0B30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Original plan	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BE4CD-D414-8473-8BFB-4DAE15CFD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 planned to use a fixed joint-angle PD controller, which pick the standing joint angles, command them with stiff gains. That's the pattern Unitree's own stand_go2.py quadruped example uses and I tried to replace go2 with r1</a:t>
            </a:r>
          </a:p>
        </p:txBody>
      </p:sp>
    </p:spTree>
    <p:extLst>
      <p:ext uri="{BB962C8B-B14F-4D97-AF65-F5344CB8AC3E}">
        <p14:creationId xmlns:p14="http://schemas.microsoft.com/office/powerpoint/2010/main" val="616565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6D7C2-66A6-7FBC-B10F-6EC40B9EA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it failed 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D11CA-7B2C-1FE0-DA3F-7D1917013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config and DDs used in unitree go2 are totally not working on r1</a:t>
            </a:r>
          </a:p>
          <a:p>
            <a:r>
              <a:rPr lang="en-US" altLang="zh-CN" dirty="0"/>
              <a:t>DDS message-format (IDL) mismatch for R1</a:t>
            </a:r>
          </a:p>
          <a:p>
            <a:r>
              <a:rPr lang="en-US" altLang="zh-CN" dirty="0"/>
              <a:t>Phantom actuator channels causing </a:t>
            </a:r>
            <a:r>
              <a:rPr lang="en-US" altLang="zh-CN" dirty="0" err="1"/>
              <a:t>NaN</a:t>
            </a:r>
            <a:r>
              <a:rPr lang="en-US" altLang="zh-CN" dirty="0"/>
              <a:t> blow-ups</a:t>
            </a:r>
          </a:p>
          <a:p>
            <a:r>
              <a:rPr lang="en-US" altLang="zh-CN" dirty="0"/>
              <a:t>Wrong keyframe base height</a:t>
            </a:r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3054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E19C5-4763-9C5B-2A3D-D4A66EBD4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47D87-7542-7FBC-8091-E3816F039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DDS message-format (IDL) mismatch for R1</a:t>
            </a:r>
          </a:p>
          <a:p>
            <a:r>
              <a:rPr lang="en-US" altLang="zh-CN" dirty="0"/>
              <a:t>Phantom actuator channels causing </a:t>
            </a:r>
            <a:r>
              <a:rPr lang="en-US" altLang="zh-CN" dirty="0" err="1"/>
              <a:t>NaN</a:t>
            </a:r>
            <a:r>
              <a:rPr lang="en-US" altLang="zh-CN" dirty="0"/>
              <a:t> blow-ups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9562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8BA5F19-D5E1-4ECC-BEC2-DF7AEDFD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0CC88A9-A661-4C48-866E-8734E511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497AFB-F2BC-2C87-86FF-8037153A2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73" y="393380"/>
            <a:ext cx="7655427" cy="7398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3600"/>
              <a:t>Locomotion sim to sim</a:t>
            </a:r>
          </a:p>
        </p:txBody>
      </p:sp>
      <p:pic>
        <p:nvPicPr>
          <p:cNvPr id="4" name="walk_plain_mujoco">
            <a:hlinkClick r:id="" action="ppaction://media"/>
            <a:extLst>
              <a:ext uri="{FF2B5EF4-FFF2-40B4-BE49-F238E27FC236}">
                <a16:creationId xmlns:a16="http://schemas.microsoft.com/office/drawing/2014/main" id="{730BA28D-746C-688D-57F6-B3E2F350439B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524000" y="2338799"/>
            <a:ext cx="4483510" cy="3362632"/>
          </a:xfrm>
          <a:prstGeom prst="rect">
            <a:avLst/>
          </a:prstGeom>
        </p:spPr>
      </p:pic>
      <p:pic>
        <p:nvPicPr>
          <p:cNvPr id="5" name="walk_unitree_mujoco">
            <a:hlinkClick r:id="" action="ppaction://media"/>
            <a:extLst>
              <a:ext uri="{FF2B5EF4-FFF2-40B4-BE49-F238E27FC236}">
                <a16:creationId xmlns:a16="http://schemas.microsoft.com/office/drawing/2014/main" id="{B67774AC-A06C-E8C2-FCB0-E4C42C647225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204156" y="2338799"/>
            <a:ext cx="4483510" cy="3362632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FDF195F-784B-4D00-8C92-6FC1B0499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661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8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198</Words>
  <Application>Microsoft Office PowerPoint</Application>
  <PresentationFormat>Widescreen</PresentationFormat>
  <Paragraphs>20</Paragraphs>
  <Slides>8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Theme</vt:lpstr>
      <vt:lpstr>Embodied AI week 19</vt:lpstr>
      <vt:lpstr>R1 standing in unitree_mujoco</vt:lpstr>
      <vt:lpstr>result</vt:lpstr>
      <vt:lpstr>Recall from unitree_mujoco structure</vt:lpstr>
      <vt:lpstr>Original plan </vt:lpstr>
      <vt:lpstr>Why it failed </vt:lpstr>
      <vt:lpstr>PowerPoint Presentation</vt:lpstr>
      <vt:lpstr>Locomotion sim to sim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SHAOQIN LI</dc:creator>
  <cp:lastModifiedBy>SHAOQIN LI</cp:lastModifiedBy>
  <cp:revision>1</cp:revision>
  <dcterms:created xsi:type="dcterms:W3CDTF">2026-07-03T19:11:44Z</dcterms:created>
  <dcterms:modified xsi:type="dcterms:W3CDTF">2026-07-03T19:30:36Z</dcterms:modified>
</cp:coreProperties>
</file>