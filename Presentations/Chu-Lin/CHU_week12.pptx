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715753-36A3-41E2-918D-B1329B90828A}" v="158" dt="2026-09-18T00:42:21.2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9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 Lin" userId="a9d5f5a05d2946b6" providerId="LiveId" clId="{A624DEA4-834B-44D9-BB5B-23A5D14AA4FA}"/>
    <pc:docChg chg="undo custSel addSld modSld addMainMaster delMainMaster">
      <pc:chgData name="Chu Lin" userId="a9d5f5a05d2946b6" providerId="LiveId" clId="{A624DEA4-834B-44D9-BB5B-23A5D14AA4FA}" dt="2026-09-18T00:42:41.822" v="1151" actId="5793"/>
      <pc:docMkLst>
        <pc:docMk/>
      </pc:docMkLst>
      <pc:sldChg chg="addSp modSp new mod setBg modClrScheme addAnim setClrOvrMap chgLayout">
        <pc:chgData name="Chu Lin" userId="a9d5f5a05d2946b6" providerId="LiveId" clId="{A624DEA4-834B-44D9-BB5B-23A5D14AA4FA}" dt="2026-09-17T00:01:38.955" v="16"/>
        <pc:sldMkLst>
          <pc:docMk/>
          <pc:sldMk cId="3296793622" sldId="256"/>
        </pc:sldMkLst>
        <pc:spChg chg="mod">
          <ac:chgData name="Chu Lin" userId="a9d5f5a05d2946b6" providerId="LiveId" clId="{A624DEA4-834B-44D9-BB5B-23A5D14AA4FA}" dt="2026-09-17T00:01:38.948" v="14" actId="26606"/>
          <ac:spMkLst>
            <pc:docMk/>
            <pc:sldMk cId="3296793622" sldId="256"/>
            <ac:spMk id="2" creationId="{24CA4163-5BD5-1494-37A3-0088ED841019}"/>
          </ac:spMkLst>
        </pc:spChg>
        <pc:spChg chg="mod">
          <ac:chgData name="Chu Lin" userId="a9d5f5a05d2946b6" providerId="LiveId" clId="{A624DEA4-834B-44D9-BB5B-23A5D14AA4FA}" dt="2026-09-17T00:01:38.948" v="14" actId="26606"/>
          <ac:spMkLst>
            <pc:docMk/>
            <pc:sldMk cId="3296793622" sldId="256"/>
            <ac:spMk id="3" creationId="{79091FCA-7AF0-4DE3-87A5-7107189784FB}"/>
          </ac:spMkLst>
        </pc:spChg>
        <pc:spChg chg="add">
          <ac:chgData name="Chu Lin" userId="a9d5f5a05d2946b6" providerId="LiveId" clId="{A624DEA4-834B-44D9-BB5B-23A5D14AA4FA}" dt="2026-09-17T00:01:38.948" v="14" actId="26606"/>
          <ac:spMkLst>
            <pc:docMk/>
            <pc:sldMk cId="3296793622" sldId="256"/>
            <ac:spMk id="9" creationId="{33E93247-6229-44AB-A550-739E971E690B}"/>
          </ac:spMkLst>
        </pc:spChg>
        <pc:spChg chg="add">
          <ac:chgData name="Chu Lin" userId="a9d5f5a05d2946b6" providerId="LiveId" clId="{A624DEA4-834B-44D9-BB5B-23A5D14AA4FA}" dt="2026-09-17T00:01:38.948" v="14" actId="26606"/>
          <ac:spMkLst>
            <pc:docMk/>
            <pc:sldMk cId="3296793622" sldId="256"/>
            <ac:spMk id="11" creationId="{912025B4-7337-735E-4DC9-E634D2011984}"/>
          </ac:spMkLst>
        </pc:spChg>
        <pc:spChg chg="add">
          <ac:chgData name="Chu Lin" userId="a9d5f5a05d2946b6" providerId="LiveId" clId="{A624DEA4-834B-44D9-BB5B-23A5D14AA4FA}" dt="2026-09-17T00:01:38.948" v="14" actId="26606"/>
          <ac:spMkLst>
            <pc:docMk/>
            <pc:sldMk cId="3296793622" sldId="256"/>
            <ac:spMk id="13" creationId="{150CDACD-D191-E642-F686-FCB54B7E5F67}"/>
          </ac:spMkLst>
        </pc:spChg>
        <pc:picChg chg="add">
          <ac:chgData name="Chu Lin" userId="a9d5f5a05d2946b6" providerId="LiveId" clId="{A624DEA4-834B-44D9-BB5B-23A5D14AA4FA}" dt="2026-09-17T00:01:38.948" v="14" actId="26606"/>
          <ac:picMkLst>
            <pc:docMk/>
            <pc:sldMk cId="3296793622" sldId="256"/>
            <ac:picMk id="4" creationId="{46529A70-3D97-5FDA-A1C9-9A64C040AB78}"/>
          </ac:picMkLst>
        </pc:picChg>
      </pc:sldChg>
      <pc:sldChg chg="modSp new mod">
        <pc:chgData name="Chu Lin" userId="a9d5f5a05d2946b6" providerId="LiveId" clId="{A624DEA4-834B-44D9-BB5B-23A5D14AA4FA}" dt="2026-09-17T23:49:46.370" v="41"/>
        <pc:sldMkLst>
          <pc:docMk/>
          <pc:sldMk cId="2349967524" sldId="257"/>
        </pc:sldMkLst>
        <pc:spChg chg="mod">
          <ac:chgData name="Chu Lin" userId="a9d5f5a05d2946b6" providerId="LiveId" clId="{A624DEA4-834B-44D9-BB5B-23A5D14AA4FA}" dt="2026-09-17T23:49:35.531" v="39" actId="20577"/>
          <ac:spMkLst>
            <pc:docMk/>
            <pc:sldMk cId="2349967524" sldId="257"/>
            <ac:spMk id="2" creationId="{4244BE68-17AC-B744-31DA-1113428CBCF8}"/>
          </ac:spMkLst>
        </pc:spChg>
        <pc:spChg chg="mod">
          <ac:chgData name="Chu Lin" userId="a9d5f5a05d2946b6" providerId="LiveId" clId="{A624DEA4-834B-44D9-BB5B-23A5D14AA4FA}" dt="2026-09-17T23:49:46.370" v="41"/>
          <ac:spMkLst>
            <pc:docMk/>
            <pc:sldMk cId="2349967524" sldId="257"/>
            <ac:spMk id="3" creationId="{4E79B355-2002-7FD6-3D5C-7BCA1B184CC8}"/>
          </ac:spMkLst>
        </pc:spChg>
      </pc:sldChg>
      <pc:sldChg chg="modSp new mod">
        <pc:chgData name="Chu Lin" userId="a9d5f5a05d2946b6" providerId="LiveId" clId="{A624DEA4-834B-44D9-BB5B-23A5D14AA4FA}" dt="2026-09-18T00:25:20.931" v="832" actId="255"/>
        <pc:sldMkLst>
          <pc:docMk/>
          <pc:sldMk cId="1686848021" sldId="258"/>
        </pc:sldMkLst>
        <pc:spChg chg="mod">
          <ac:chgData name="Chu Lin" userId="a9d5f5a05d2946b6" providerId="LiveId" clId="{A624DEA4-834B-44D9-BB5B-23A5D14AA4FA}" dt="2026-09-18T00:23:55.072" v="761" actId="20577"/>
          <ac:spMkLst>
            <pc:docMk/>
            <pc:sldMk cId="1686848021" sldId="258"/>
            <ac:spMk id="2" creationId="{C2AF2638-4702-DFF2-396F-EB7B96DCE475}"/>
          </ac:spMkLst>
        </pc:spChg>
        <pc:spChg chg="mod">
          <ac:chgData name="Chu Lin" userId="a9d5f5a05d2946b6" providerId="LiveId" clId="{A624DEA4-834B-44D9-BB5B-23A5D14AA4FA}" dt="2026-09-18T00:25:20.931" v="832" actId="255"/>
          <ac:spMkLst>
            <pc:docMk/>
            <pc:sldMk cId="1686848021" sldId="258"/>
            <ac:spMk id="3" creationId="{AEB8F3BA-A52A-92E7-6654-A8C7D23C0BDE}"/>
          </ac:spMkLst>
        </pc:spChg>
      </pc:sldChg>
      <pc:sldChg chg="modSp new mod">
        <pc:chgData name="Chu Lin" userId="a9d5f5a05d2946b6" providerId="LiveId" clId="{A624DEA4-834B-44D9-BB5B-23A5D14AA4FA}" dt="2026-09-18T00:41:14.262" v="964" actId="20577"/>
        <pc:sldMkLst>
          <pc:docMk/>
          <pc:sldMk cId="2940965444" sldId="259"/>
        </pc:sldMkLst>
        <pc:spChg chg="mod">
          <ac:chgData name="Chu Lin" userId="a9d5f5a05d2946b6" providerId="LiveId" clId="{A624DEA4-834B-44D9-BB5B-23A5D14AA4FA}" dt="2026-09-18T00:24:09.630" v="809" actId="20577"/>
          <ac:spMkLst>
            <pc:docMk/>
            <pc:sldMk cId="2940965444" sldId="259"/>
            <ac:spMk id="2" creationId="{A4FF622A-D83C-4387-7A44-0657F81EAAA4}"/>
          </ac:spMkLst>
        </pc:spChg>
        <pc:spChg chg="mod">
          <ac:chgData name="Chu Lin" userId="a9d5f5a05d2946b6" providerId="LiveId" clId="{A624DEA4-834B-44D9-BB5B-23A5D14AA4FA}" dt="2026-09-18T00:41:14.262" v="964" actId="20577"/>
          <ac:spMkLst>
            <pc:docMk/>
            <pc:sldMk cId="2940965444" sldId="259"/>
            <ac:spMk id="3" creationId="{1AA9F4FE-EE00-7F10-89DF-2C42C1B7C8EF}"/>
          </ac:spMkLst>
        </pc:spChg>
      </pc:sldChg>
      <pc:sldChg chg="addSp modSp new mod">
        <pc:chgData name="Chu Lin" userId="a9d5f5a05d2946b6" providerId="LiveId" clId="{A624DEA4-834B-44D9-BB5B-23A5D14AA4FA}" dt="2026-09-18T00:42:41.822" v="1151" actId="5793"/>
        <pc:sldMkLst>
          <pc:docMk/>
          <pc:sldMk cId="899392580" sldId="260"/>
        </pc:sldMkLst>
        <pc:spChg chg="mod">
          <ac:chgData name="Chu Lin" userId="a9d5f5a05d2946b6" providerId="LiveId" clId="{A624DEA4-834B-44D9-BB5B-23A5D14AA4FA}" dt="2026-09-18T00:41:35.935" v="989" actId="20577"/>
          <ac:spMkLst>
            <pc:docMk/>
            <pc:sldMk cId="899392580" sldId="260"/>
            <ac:spMk id="2" creationId="{1F9643BF-4573-48B8-253F-7BC396956E53}"/>
          </ac:spMkLst>
        </pc:spChg>
        <pc:spChg chg="mod">
          <ac:chgData name="Chu Lin" userId="a9d5f5a05d2946b6" providerId="LiveId" clId="{A624DEA4-834B-44D9-BB5B-23A5D14AA4FA}" dt="2026-09-18T00:42:41.822" v="1151" actId="5793"/>
          <ac:spMkLst>
            <pc:docMk/>
            <pc:sldMk cId="899392580" sldId="260"/>
            <ac:spMk id="3" creationId="{C1BEB87D-7A3F-AC94-142D-E4407EEA5E62}"/>
          </ac:spMkLst>
        </pc:spChg>
        <pc:picChg chg="add mod">
          <ac:chgData name="Chu Lin" userId="a9d5f5a05d2946b6" providerId="LiveId" clId="{A624DEA4-834B-44D9-BB5B-23A5D14AA4FA}" dt="2026-09-18T00:42:00.296" v="1026" actId="1076"/>
          <ac:picMkLst>
            <pc:docMk/>
            <pc:sldMk cId="899392580" sldId="260"/>
            <ac:picMk id="5" creationId="{3E0B031C-70E7-63A4-65DF-145BEFC25583}"/>
          </ac:picMkLst>
        </pc:picChg>
      </pc:sldChg>
      <pc:sldMasterChg chg="del delSldLayout">
        <pc:chgData name="Chu Lin" userId="a9d5f5a05d2946b6" providerId="LiveId" clId="{A624DEA4-834B-44D9-BB5B-23A5D14AA4FA}" dt="2026-09-17T00:01:38.948" v="14" actId="26606"/>
        <pc:sldMasterMkLst>
          <pc:docMk/>
          <pc:sldMasterMk cId="1076422175" sldId="2147483648"/>
        </pc:sldMasterMkLst>
        <pc:sldLayoutChg chg="del">
          <pc:chgData name="Chu Lin" userId="a9d5f5a05d2946b6" providerId="LiveId" clId="{A624DEA4-834B-44D9-BB5B-23A5D14AA4FA}" dt="2026-09-17T00:01:38.948" v="14" actId="26606"/>
          <pc:sldLayoutMkLst>
            <pc:docMk/>
            <pc:sldMasterMk cId="1076422175" sldId="2147483648"/>
            <pc:sldLayoutMk cId="3971229705" sldId="2147483649"/>
          </pc:sldLayoutMkLst>
        </pc:sldLayoutChg>
        <pc:sldLayoutChg chg="del">
          <pc:chgData name="Chu Lin" userId="a9d5f5a05d2946b6" providerId="LiveId" clId="{A624DEA4-834B-44D9-BB5B-23A5D14AA4FA}" dt="2026-09-17T00:01:38.948" v="14" actId="26606"/>
          <pc:sldLayoutMkLst>
            <pc:docMk/>
            <pc:sldMasterMk cId="1076422175" sldId="2147483648"/>
            <pc:sldLayoutMk cId="1464514633" sldId="2147483650"/>
          </pc:sldLayoutMkLst>
        </pc:sldLayoutChg>
        <pc:sldLayoutChg chg="del">
          <pc:chgData name="Chu Lin" userId="a9d5f5a05d2946b6" providerId="LiveId" clId="{A624DEA4-834B-44D9-BB5B-23A5D14AA4FA}" dt="2026-09-17T00:01:38.948" v="14" actId="26606"/>
          <pc:sldLayoutMkLst>
            <pc:docMk/>
            <pc:sldMasterMk cId="1076422175" sldId="2147483648"/>
            <pc:sldLayoutMk cId="1431646313" sldId="2147483651"/>
          </pc:sldLayoutMkLst>
        </pc:sldLayoutChg>
        <pc:sldLayoutChg chg="del">
          <pc:chgData name="Chu Lin" userId="a9d5f5a05d2946b6" providerId="LiveId" clId="{A624DEA4-834B-44D9-BB5B-23A5D14AA4FA}" dt="2026-09-17T00:01:38.948" v="14" actId="26606"/>
          <pc:sldLayoutMkLst>
            <pc:docMk/>
            <pc:sldMasterMk cId="1076422175" sldId="2147483648"/>
            <pc:sldLayoutMk cId="1061895375" sldId="2147483652"/>
          </pc:sldLayoutMkLst>
        </pc:sldLayoutChg>
        <pc:sldLayoutChg chg="del">
          <pc:chgData name="Chu Lin" userId="a9d5f5a05d2946b6" providerId="LiveId" clId="{A624DEA4-834B-44D9-BB5B-23A5D14AA4FA}" dt="2026-09-17T00:01:38.948" v="14" actId="26606"/>
          <pc:sldLayoutMkLst>
            <pc:docMk/>
            <pc:sldMasterMk cId="1076422175" sldId="2147483648"/>
            <pc:sldLayoutMk cId="1821073115" sldId="2147483653"/>
          </pc:sldLayoutMkLst>
        </pc:sldLayoutChg>
        <pc:sldLayoutChg chg="del">
          <pc:chgData name="Chu Lin" userId="a9d5f5a05d2946b6" providerId="LiveId" clId="{A624DEA4-834B-44D9-BB5B-23A5D14AA4FA}" dt="2026-09-17T00:01:38.948" v="14" actId="26606"/>
          <pc:sldLayoutMkLst>
            <pc:docMk/>
            <pc:sldMasterMk cId="1076422175" sldId="2147483648"/>
            <pc:sldLayoutMk cId="3325143285" sldId="2147483654"/>
          </pc:sldLayoutMkLst>
        </pc:sldLayoutChg>
        <pc:sldLayoutChg chg="del">
          <pc:chgData name="Chu Lin" userId="a9d5f5a05d2946b6" providerId="LiveId" clId="{A624DEA4-834B-44D9-BB5B-23A5D14AA4FA}" dt="2026-09-17T00:01:38.948" v="14" actId="26606"/>
          <pc:sldLayoutMkLst>
            <pc:docMk/>
            <pc:sldMasterMk cId="1076422175" sldId="2147483648"/>
            <pc:sldLayoutMk cId="3207299521" sldId="2147483655"/>
          </pc:sldLayoutMkLst>
        </pc:sldLayoutChg>
        <pc:sldLayoutChg chg="del">
          <pc:chgData name="Chu Lin" userId="a9d5f5a05d2946b6" providerId="LiveId" clId="{A624DEA4-834B-44D9-BB5B-23A5D14AA4FA}" dt="2026-09-17T00:01:38.948" v="14" actId="26606"/>
          <pc:sldLayoutMkLst>
            <pc:docMk/>
            <pc:sldMasterMk cId="1076422175" sldId="2147483648"/>
            <pc:sldLayoutMk cId="3383984560" sldId="2147483656"/>
          </pc:sldLayoutMkLst>
        </pc:sldLayoutChg>
        <pc:sldLayoutChg chg="del">
          <pc:chgData name="Chu Lin" userId="a9d5f5a05d2946b6" providerId="LiveId" clId="{A624DEA4-834B-44D9-BB5B-23A5D14AA4FA}" dt="2026-09-17T00:01:38.948" v="14" actId="26606"/>
          <pc:sldLayoutMkLst>
            <pc:docMk/>
            <pc:sldMasterMk cId="1076422175" sldId="2147483648"/>
            <pc:sldLayoutMk cId="713319836" sldId="2147483657"/>
          </pc:sldLayoutMkLst>
        </pc:sldLayoutChg>
        <pc:sldLayoutChg chg="del">
          <pc:chgData name="Chu Lin" userId="a9d5f5a05d2946b6" providerId="LiveId" clId="{A624DEA4-834B-44D9-BB5B-23A5D14AA4FA}" dt="2026-09-17T00:01:38.948" v="14" actId="26606"/>
          <pc:sldLayoutMkLst>
            <pc:docMk/>
            <pc:sldMasterMk cId="1076422175" sldId="2147483648"/>
            <pc:sldLayoutMk cId="3219617528" sldId="2147483658"/>
          </pc:sldLayoutMkLst>
        </pc:sldLayoutChg>
        <pc:sldLayoutChg chg="del">
          <pc:chgData name="Chu Lin" userId="a9d5f5a05d2946b6" providerId="LiveId" clId="{A624DEA4-834B-44D9-BB5B-23A5D14AA4FA}" dt="2026-09-17T00:01:38.948" v="14" actId="26606"/>
          <pc:sldLayoutMkLst>
            <pc:docMk/>
            <pc:sldMasterMk cId="1076422175" sldId="2147483648"/>
            <pc:sldLayoutMk cId="888955555" sldId="2147483659"/>
          </pc:sldLayoutMkLst>
        </pc:sldLayoutChg>
      </pc:sldMasterChg>
      <pc:sldMasterChg chg="add addSldLayout">
        <pc:chgData name="Chu Lin" userId="a9d5f5a05d2946b6" providerId="LiveId" clId="{A624DEA4-834B-44D9-BB5B-23A5D14AA4FA}" dt="2026-09-17T00:01:38.948" v="14" actId="26606"/>
        <pc:sldMasterMkLst>
          <pc:docMk/>
          <pc:sldMasterMk cId="493697747" sldId="2147483673"/>
        </pc:sldMasterMkLst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1048010609" sldId="2147483662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2684917049" sldId="2147483663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3271315337" sldId="2147483664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2235062487" sldId="2147483665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168122371" sldId="2147483666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3452461211" sldId="2147483667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2864294466" sldId="2147483668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8350770" sldId="2147483669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4276114791" sldId="2147483670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1971713887" sldId="2147483671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1613026941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94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1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1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026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10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91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15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62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6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97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529A70-3D97-5FDA-A1C9-9A64C040AB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9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A4163-5BD5-1494-37A3-0088ED841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anchor="t">
            <a:normAutofit/>
          </a:bodyPr>
          <a:lstStyle/>
          <a:p>
            <a:r>
              <a:rPr lang="en-US" altLang="zh-CN" sz="6600"/>
              <a:t>Week 12</a:t>
            </a:r>
            <a:endParaRPr lang="en-US" sz="6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091FCA-7AF0-4DE3-87A5-710718978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/>
          </a:bodyPr>
          <a:lstStyle/>
          <a:p>
            <a:r>
              <a:rPr lang="en-US" sz="2400" dirty="0"/>
              <a:t>chu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6793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4BE68-17AC-B744-31DA-1113428CB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9B355-2002-7FD6-3D5C-7BCA1B184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K_BASIS = 8    oracle </a:t>
            </a:r>
            <a:r>
              <a:rPr lang="en-US" dirty="0" err="1"/>
              <a:t>vs_const</a:t>
            </a:r>
            <a:r>
              <a:rPr lang="en-US" dirty="0"/>
              <a:t> 0.570</a:t>
            </a:r>
          </a:p>
          <a:p>
            <a:r>
              <a:rPr lang="en-US" dirty="0"/>
              <a:t>K_BASIS = 16   oracle </a:t>
            </a:r>
            <a:r>
              <a:rPr lang="en-US" dirty="0" err="1"/>
              <a:t>vs_const</a:t>
            </a:r>
            <a:r>
              <a:rPr lang="en-US" dirty="0"/>
              <a:t> 0.573</a:t>
            </a:r>
          </a:p>
          <a:p>
            <a:r>
              <a:rPr lang="en-US" dirty="0"/>
              <a:t>K_BASIS = 32   oracle </a:t>
            </a:r>
            <a:r>
              <a:rPr lang="en-US" dirty="0" err="1"/>
              <a:t>vs_const</a:t>
            </a:r>
            <a:r>
              <a:rPr lang="en-US" dirty="0"/>
              <a:t> 0.577</a:t>
            </a:r>
          </a:p>
          <a:p>
            <a:endParaRPr lang="en-US" dirty="0"/>
          </a:p>
          <a:p>
            <a:r>
              <a:rPr lang="en-US" dirty="0"/>
              <a:t>The three settings are virtually identical. Furthermore, the capacity sweep for Stage 1 shows more extreme results: HIDDEN goes from 128 to 384, while OOD performance actually drops by 7.4%.</a:t>
            </a:r>
          </a:p>
          <a:p>
            <a:r>
              <a:rPr lang="en-US" dirty="0"/>
              <a:t>Capacity is not the bottleneck; this has already been tested twice. The suggestion to "compare 8/16/32 first" has actually already been carried out, so there is no need to do it again.</a:t>
            </a:r>
          </a:p>
        </p:txBody>
      </p:sp>
    </p:spTree>
    <p:extLst>
      <p:ext uri="{BB962C8B-B14F-4D97-AF65-F5344CB8AC3E}">
        <p14:creationId xmlns:p14="http://schemas.microsoft.com/office/powerpoint/2010/main" val="2349967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2638-4702-DFF2-396F-EB7B96DCE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new experiments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B8F3BA-A52A-92E7-6654-A8C7D23C0B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578608"/>
                <a:ext cx="11155680" cy="4361454"/>
              </a:xfrm>
            </p:spPr>
            <p:txBody>
              <a:bodyPr/>
              <a:lstStyle/>
              <a:p>
                <a:r>
                  <a:rPr lang="en-US" dirty="0"/>
                  <a:t>There were two experiments:</a:t>
                </a:r>
              </a:p>
              <a:p>
                <a:pPr lvl="1"/>
                <a:r>
                  <a:rPr lang="en-US" dirty="0"/>
                  <a:t>1. we have to resampling again, why? Since we didn’t use action on previous experiment, so we cant say this experiment can compare to others. Old: 90 input only has status(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`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). New: 99 input has status and action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`|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). Also, CDL (casual dynamic learning) are all using this. </a:t>
                </a:r>
              </a:p>
              <a:p>
                <a:pPr lvl="1"/>
                <a:r>
                  <a:rPr lang="en-US" dirty="0"/>
                  <a:t>2. Since the previous experiments, I only used the fix graph as input, so I am thinking can we allow modifications to G, and decide whether to accept the modifications through a retraining mechanism and the verification of intervention predictions. For example:</a:t>
                </a:r>
              </a:p>
              <a:p>
                <a:pPr marL="914400" lvl="2" indent="0">
                  <a:buNone/>
                </a:pPr>
                <a:r>
                  <a:rPr lang="en-US" sz="1600" dirty="0"/>
                  <a:t>Taking a robot pushing a block as an example:</a:t>
                </a:r>
              </a:p>
              <a:p>
                <a:pPr marL="914400" lvl="2" indent="0">
                  <a:buNone/>
                </a:pPr>
                <a:r>
                  <a:rPr lang="en-US" sz="1600" dirty="0"/>
                  <a:t>- Input X: Current block position, dimensions, mass, friction, color, robot joint positions, and the action to be executed.</a:t>
                </a:r>
              </a:p>
              <a:p>
                <a:pPr marL="914400" lvl="2" indent="0">
                  <a:buNone/>
                </a:pPr>
                <a:r>
                  <a:rPr lang="en-US" sz="1600" dirty="0"/>
                  <a:t>- Output Y: The 3D displacement of the block within a default of 50 steps after executing the action.</a:t>
                </a:r>
              </a:p>
              <a:p>
                <a:pPr marL="914400" lvl="2" indent="0">
                  <a:buNone/>
                </a:pPr>
                <a:r>
                  <a:rPr lang="en-US" sz="1600" dirty="0"/>
                  <a:t>- Prediction problem: "Given the current state and this action, how far will the block move?"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B8F3BA-A52A-92E7-6654-A8C7D23C0B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578608"/>
                <a:ext cx="11155680" cy="4361454"/>
              </a:xfrm>
              <a:blipFill>
                <a:blip r:embed="rId2"/>
                <a:stretch>
                  <a:fillRect l="-383" t="-420" r="-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848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F622A-D83C-4387-7A44-0657F81EA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error and the resource limit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9F4FE-EE00-7F10-89DF-2C42C1B7C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second experiment, we cant finish the data preprocessing. While it might one of this problem:</a:t>
            </a:r>
          </a:p>
          <a:p>
            <a:pPr lvl="1"/>
            <a:r>
              <a:rPr lang="en-US" b="1" dirty="0"/>
              <a:t>Many random interventions are physically invalid.</a:t>
            </a:r>
          </a:p>
          <a:p>
            <a:pPr lvl="2"/>
            <a:r>
              <a:rPr lang="en-US" dirty="0"/>
              <a:t>For instance, if the block dimensions are altered, the height relative to the ground should be adjusted accordingly; otherwise, the original sampling would retain the now-incompatible height, resulting in boundary violations. Similarly, independently sampling nine joint angles at random easily leads to collisions involving the robotic manipulator.</a:t>
            </a:r>
          </a:p>
          <a:p>
            <a:pPr lvl="2"/>
            <a:endParaRPr lang="en-US" dirty="0"/>
          </a:p>
          <a:p>
            <a:pPr lvl="1"/>
            <a:r>
              <a:rPr lang="en-US" b="1" dirty="0"/>
              <a:t>Excessive retries after failure result in a situation where the task is "almost finished but never actually completes."</a:t>
            </a:r>
          </a:p>
          <a:p>
            <a:pPr lvl="2"/>
            <a:r>
              <a:rPr lang="en-US" dirty="0"/>
              <a:t>The easy-to-collect samples have already been obtained, so the remaining targets are likely difficult to acquire; the total upper limit of attempts for the 4,000 sample pairs reaches as high as 240,000.</a:t>
            </a:r>
          </a:p>
          <a:p>
            <a:pPr lvl="2"/>
            <a:endParaRPr lang="en-US" dirty="0"/>
          </a:p>
          <a:p>
            <a:pPr lvl="1"/>
            <a:r>
              <a:rPr lang="en-US" b="1" dirty="0"/>
              <a:t>The kernel did indeed crash later on.</a:t>
            </a:r>
          </a:p>
        </p:txBody>
      </p:sp>
    </p:spTree>
    <p:extLst>
      <p:ext uri="{BB962C8B-B14F-4D97-AF65-F5344CB8AC3E}">
        <p14:creationId xmlns:p14="http://schemas.microsoft.com/office/powerpoint/2010/main" val="2940965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643BF-4573-48B8-253F-7BC396956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experiment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EB87D-7A3F-AC94-142D-E4407EEA5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414637" cy="3767328"/>
          </a:xfrm>
        </p:spPr>
        <p:txBody>
          <a:bodyPr/>
          <a:lstStyle/>
          <a:p>
            <a:r>
              <a:rPr lang="en-US" dirty="0"/>
              <a:t>It can run but I am still running, since in the middle also happened the ‘</a:t>
            </a:r>
            <a:r>
              <a:rPr lang="en-US" b="1" dirty="0"/>
              <a:t>Many random interventions are physically invalid’</a:t>
            </a:r>
            <a:r>
              <a:rPr lang="en-US" dirty="0"/>
              <a:t> problem. Thus, I have to rerun it and it took 10 hours already……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0B031C-70E7-63A4-65DF-145BEFC25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845" y="2578608"/>
            <a:ext cx="6134956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39258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508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Bierstadt</vt:lpstr>
      <vt:lpstr>Cambria Math</vt:lpstr>
      <vt:lpstr>Neue Haas Grotesk Text Pro</vt:lpstr>
      <vt:lpstr>GestaltVTI</vt:lpstr>
      <vt:lpstr>Week 12</vt:lpstr>
      <vt:lpstr>Different parameters</vt:lpstr>
      <vt:lpstr>The new experiments</vt:lpstr>
      <vt:lpstr>The error and the resource limit</vt:lpstr>
      <vt:lpstr>For experiment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 Lin</dc:creator>
  <cp:lastModifiedBy>Chu Lin</cp:lastModifiedBy>
  <cp:revision>1</cp:revision>
  <dcterms:created xsi:type="dcterms:W3CDTF">2026-09-17T00:01:16Z</dcterms:created>
  <dcterms:modified xsi:type="dcterms:W3CDTF">2026-09-18T00:42:43Z</dcterms:modified>
</cp:coreProperties>
</file>