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70" r:id="rId8"/>
    <p:sldId id="271" r:id="rId9"/>
    <p:sldId id="262" r:id="rId10"/>
    <p:sldId id="263" r:id="rId11"/>
    <p:sldId id="264" r:id="rId12"/>
    <p:sldId id="273" r:id="rId13"/>
    <p:sldId id="272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C6FF04-4C75-47C9-8003-33694384EAC6}" v="246" dt="2026-08-14T19:06:51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20" y="10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 Lin" userId="a9d5f5a05d2946b6" providerId="LiveId" clId="{A624DEA4-834B-44D9-BB5B-23A5D14AA4FA}"/>
    <pc:docChg chg="undo redo custSel addSld delSld modSld sldOrd">
      <pc:chgData name="Chu Lin" userId="a9d5f5a05d2946b6" providerId="LiveId" clId="{A624DEA4-834B-44D9-BB5B-23A5D14AA4FA}" dt="2026-08-14T19:07:17.111" v="2580" actId="478"/>
      <pc:docMkLst>
        <pc:docMk/>
      </pc:docMkLst>
      <pc:sldChg chg="addSp modSp mod">
        <pc:chgData name="Chu Lin" userId="a9d5f5a05d2946b6" providerId="LiveId" clId="{A624DEA4-834B-44D9-BB5B-23A5D14AA4FA}" dt="2026-08-14T15:25:24.489" v="2399" actId="20577"/>
        <pc:sldMkLst>
          <pc:docMk/>
          <pc:sldMk cId="0" sldId="256"/>
        </pc:sldMkLst>
        <pc:spChg chg="mod">
          <ac:chgData name="Chu Lin" userId="a9d5f5a05d2946b6" providerId="LiveId" clId="{A624DEA4-834B-44D9-BB5B-23A5D14AA4FA}" dt="2026-08-14T15:24:52.671" v="2346" actId="113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Chu Lin" userId="a9d5f5a05d2946b6" providerId="LiveId" clId="{A624DEA4-834B-44D9-BB5B-23A5D14AA4FA}" dt="2026-08-14T15:25:24.489" v="2399" actId="20577"/>
          <ac:spMkLst>
            <pc:docMk/>
            <pc:sldMk cId="0" sldId="256"/>
            <ac:spMk id="23" creationId="{15FBD56F-07FC-58EA-237D-6897F08DC170}"/>
          </ac:spMkLst>
        </pc:spChg>
      </pc:sldChg>
      <pc:sldChg chg="modSp mod">
        <pc:chgData name="Chu Lin" userId="a9d5f5a05d2946b6" providerId="LiveId" clId="{A624DEA4-834B-44D9-BB5B-23A5D14AA4FA}" dt="2026-08-14T15:30:17.237" v="2403" actId="1076"/>
        <pc:sldMkLst>
          <pc:docMk/>
          <pc:sldMk cId="0" sldId="257"/>
        </pc:sldMkLst>
        <pc:spChg chg="mod">
          <ac:chgData name="Chu Lin" userId="a9d5f5a05d2946b6" providerId="LiveId" clId="{A624DEA4-834B-44D9-BB5B-23A5D14AA4FA}" dt="2026-08-13T02:12:23.074" v="1197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4T15:30:17.237" v="240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Chu Lin" userId="a9d5f5a05d2946b6" providerId="LiveId" clId="{A624DEA4-834B-44D9-BB5B-23A5D14AA4FA}" dt="2026-08-14T15:30:11.899" v="2401" actId="1076"/>
          <ac:spMkLst>
            <pc:docMk/>
            <pc:sldMk cId="0" sldId="257"/>
            <ac:spMk id="22" creationId="{00000000-0000-0000-0000-000000000000}"/>
          </ac:spMkLst>
        </pc:spChg>
      </pc:sldChg>
      <pc:sldChg chg="addSp modSp mod">
        <pc:chgData name="Chu Lin" userId="a9d5f5a05d2946b6" providerId="LiveId" clId="{A624DEA4-834B-44D9-BB5B-23A5D14AA4FA}" dt="2026-08-14T15:07:46.798" v="2291" actId="20577"/>
        <pc:sldMkLst>
          <pc:docMk/>
          <pc:sldMk cId="0" sldId="258"/>
        </pc:sldMkLst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hu Lin" userId="a9d5f5a05d2946b6" providerId="LiveId" clId="{A624DEA4-834B-44D9-BB5B-23A5D14AA4FA}" dt="2026-08-13T01:19:49.716" v="204" actId="1076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Chu Lin" userId="a9d5f5a05d2946b6" providerId="LiveId" clId="{A624DEA4-834B-44D9-BB5B-23A5D14AA4FA}" dt="2026-08-14T15:07:46.798" v="2291" actId="20577"/>
          <ac:spMkLst>
            <pc:docMk/>
            <pc:sldMk cId="0" sldId="258"/>
            <ac:spMk id="14" creationId="{8FC860E2-39F6-8A91-C7E9-9969EC13CD44}"/>
          </ac:spMkLst>
        </pc:spChg>
        <pc:graphicFrameChg chg="mod modGraphic">
          <ac:chgData name="Chu Lin" userId="a9d5f5a05d2946b6" providerId="LiveId" clId="{A624DEA4-834B-44D9-BB5B-23A5D14AA4FA}" dt="2026-08-13T02:13:01.537" v="1198" actId="14100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delSp modSp mod">
        <pc:chgData name="Chu Lin" userId="a9d5f5a05d2946b6" providerId="LiveId" clId="{A624DEA4-834B-44D9-BB5B-23A5D14AA4FA}" dt="2026-08-14T18:17:47.233" v="2550" actId="255"/>
        <pc:sldMkLst>
          <pc:docMk/>
          <pc:sldMk cId="0" sldId="259"/>
        </pc:sldMkLst>
        <pc:spChg chg="mod">
          <ac:chgData name="Chu Lin" userId="a9d5f5a05d2946b6" providerId="LiveId" clId="{A624DEA4-834B-44D9-BB5B-23A5D14AA4FA}" dt="2026-08-13T02:12:08.612" v="1195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3T01:14:58.867" v="179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Chu Lin" userId="a9d5f5a05d2946b6" providerId="LiveId" clId="{A624DEA4-834B-44D9-BB5B-23A5D14AA4FA}" dt="2026-08-13T00:07:31.866" v="42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13T00:07:37.504" v="43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hu Lin" userId="a9d5f5a05d2946b6" providerId="LiveId" clId="{A624DEA4-834B-44D9-BB5B-23A5D14AA4FA}" dt="2026-08-14T18:17:47.233" v="2550" actId="255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17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19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22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23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24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26:24.102" v="363" actId="478"/>
          <ac:spMkLst>
            <pc:docMk/>
            <pc:sldMk cId="0" sldId="259"/>
            <ac:spMk id="25" creationId="{00000000-0000-0000-0000-000000000000}"/>
          </ac:spMkLst>
        </pc:spChg>
      </pc:sldChg>
      <pc:sldChg chg="delSp modSp mod ord">
        <pc:chgData name="Chu Lin" userId="a9d5f5a05d2946b6" providerId="LiveId" clId="{A624DEA4-834B-44D9-BB5B-23A5D14AA4FA}" dt="2026-08-14T18:33:50.959" v="2571" actId="20577"/>
        <pc:sldMkLst>
          <pc:docMk/>
          <pc:sldMk cId="0" sldId="260"/>
        </pc:sldMkLst>
        <pc:spChg chg="mod">
          <ac:chgData name="Chu Lin" userId="a9d5f5a05d2946b6" providerId="LiveId" clId="{A624DEA4-834B-44D9-BB5B-23A5D14AA4FA}" dt="2026-08-14T18:33:50.959" v="2571" actId="20577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Chu Lin" userId="a9d5f5a05d2946b6" providerId="LiveId" clId="{A624DEA4-834B-44D9-BB5B-23A5D14AA4FA}" dt="2026-08-13T01:47:13.646" v="808" actId="478"/>
          <ac:spMkLst>
            <pc:docMk/>
            <pc:sldMk cId="0" sldId="260"/>
            <ac:spMk id="6" creationId="{00000000-0000-0000-0000-000000000000}"/>
          </ac:spMkLst>
        </pc:spChg>
        <pc:graphicFrameChg chg="mod modGraphic">
          <ac:chgData name="Chu Lin" userId="a9d5f5a05d2946b6" providerId="LiveId" clId="{A624DEA4-834B-44D9-BB5B-23A5D14AA4FA}" dt="2026-08-13T02:18:52.808" v="1510" actId="1076"/>
          <ac:graphicFrameMkLst>
            <pc:docMk/>
            <pc:sldMk cId="0" sldId="260"/>
            <ac:graphicFrameMk id="5" creationId="{00000000-0000-0000-0000-000000000000}"/>
          </ac:graphicFrameMkLst>
        </pc:graphicFrameChg>
      </pc:sldChg>
      <pc:sldChg chg="modSp del mod">
        <pc:chgData name="Chu Lin" userId="a9d5f5a05d2946b6" providerId="LiveId" clId="{A624DEA4-834B-44D9-BB5B-23A5D14AA4FA}" dt="2026-08-13T02:11:38.253" v="1193" actId="47"/>
        <pc:sldMkLst>
          <pc:docMk/>
          <pc:sldMk cId="0" sldId="261"/>
        </pc:sldMkLst>
        <pc:graphicFrameChg chg="mod modGraphic">
          <ac:chgData name="Chu Lin" userId="a9d5f5a05d2946b6" providerId="LiveId" clId="{A624DEA4-834B-44D9-BB5B-23A5D14AA4FA}" dt="2026-08-13T00:05:38.559" v="35" actId="20577"/>
          <ac:graphicFrameMkLst>
            <pc:docMk/>
            <pc:sldMk cId="0" sldId="261"/>
            <ac:graphicFrameMk id="5" creationId="{00000000-0000-0000-0000-000000000000}"/>
          </ac:graphicFrameMkLst>
        </pc:graphicFrameChg>
      </pc:sldChg>
      <pc:sldChg chg="addSp delSp modSp mod">
        <pc:chgData name="Chu Lin" userId="a9d5f5a05d2946b6" providerId="LiveId" clId="{A624DEA4-834B-44D9-BB5B-23A5D14AA4FA}" dt="2026-08-14T15:22:06.588" v="2343" actId="20577"/>
        <pc:sldMkLst>
          <pc:docMk/>
          <pc:sldMk cId="0" sldId="262"/>
        </pc:sldMkLst>
        <pc:spChg chg="mod">
          <ac:chgData name="Chu Lin" userId="a9d5f5a05d2946b6" providerId="LiveId" clId="{A624DEA4-834B-44D9-BB5B-23A5D14AA4FA}" dt="2026-08-13T02:11:55.632" v="1194" actId="255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Chu Lin" userId="a9d5f5a05d2946b6" providerId="LiveId" clId="{A624DEA4-834B-44D9-BB5B-23A5D14AA4FA}" dt="2026-08-14T15:22:06.588" v="2343" actId="20577"/>
          <ac:spMkLst>
            <pc:docMk/>
            <pc:sldMk cId="0" sldId="262"/>
            <ac:spMk id="8" creationId="{913AF6C7-D67E-CFB4-BB78-1D8A7550A21E}"/>
          </ac:spMkLst>
        </pc:spChg>
        <pc:spChg chg="add del mod">
          <ac:chgData name="Chu Lin" userId="a9d5f5a05d2946b6" providerId="LiveId" clId="{A624DEA4-834B-44D9-BB5B-23A5D14AA4FA}" dt="2026-08-13T02:36:00.821" v="1837" actId="21"/>
          <ac:spMkLst>
            <pc:docMk/>
            <pc:sldMk cId="0" sldId="262"/>
            <ac:spMk id="8" creationId="{D493BFE5-18AE-631F-A4D2-0682C0A86A7B}"/>
          </ac:spMkLst>
        </pc:spChg>
        <pc:spChg chg="add mod">
          <ac:chgData name="Chu Lin" userId="a9d5f5a05d2946b6" providerId="LiveId" clId="{A624DEA4-834B-44D9-BB5B-23A5D14AA4FA}" dt="2026-08-14T15:18:02.683" v="2294" actId="1076"/>
          <ac:spMkLst>
            <pc:docMk/>
            <pc:sldMk cId="0" sldId="262"/>
            <ac:spMk id="9" creationId="{1AE3F5AE-5A26-8F13-95BB-B97E9C87C4B3}"/>
          </ac:spMkLst>
        </pc:spChg>
        <pc:spChg chg="add del">
          <ac:chgData name="Chu Lin" userId="a9d5f5a05d2946b6" providerId="LiveId" clId="{A624DEA4-834B-44D9-BB5B-23A5D14AA4FA}" dt="2026-08-13T02:36:40.685" v="1856" actId="22"/>
          <ac:spMkLst>
            <pc:docMk/>
            <pc:sldMk cId="0" sldId="262"/>
            <ac:spMk id="11" creationId="{86820114-E175-C773-2488-EEB51F25C02E}"/>
          </ac:spMkLst>
        </pc:spChg>
      </pc:sldChg>
      <pc:sldChg chg="addSp delSp modSp mod">
        <pc:chgData name="Chu Lin" userId="a9d5f5a05d2946b6" providerId="LiveId" clId="{A624DEA4-834B-44D9-BB5B-23A5D14AA4FA}" dt="2026-08-13T02:37:09.360" v="1876" actId="1076"/>
        <pc:sldMkLst>
          <pc:docMk/>
          <pc:sldMk cId="0" sldId="263"/>
        </pc:sldMkLst>
        <pc:spChg chg="mod">
          <ac:chgData name="Chu Lin" userId="a9d5f5a05d2946b6" providerId="LiveId" clId="{A624DEA4-834B-44D9-BB5B-23A5D14AA4FA}" dt="2026-08-13T02:33:18.788" v="1770" actId="1076"/>
          <ac:spMkLst>
            <pc:docMk/>
            <pc:sldMk cId="0" sldId="263"/>
            <ac:spMk id="7" creationId="{00000000-0000-0000-0000-000000000000}"/>
          </ac:spMkLst>
        </pc:spChg>
        <pc:spChg chg="add mod">
          <ac:chgData name="Chu Lin" userId="a9d5f5a05d2946b6" providerId="LiveId" clId="{A624DEA4-834B-44D9-BB5B-23A5D14AA4FA}" dt="2026-08-13T00:50:08.548" v="171" actId="1076"/>
          <ac:spMkLst>
            <pc:docMk/>
            <pc:sldMk cId="0" sldId="263"/>
            <ac:spMk id="8" creationId="{388577C8-DA68-70AF-51F9-3DCE8E70DE59}"/>
          </ac:spMkLst>
        </pc:spChg>
        <pc:spChg chg="add mod">
          <ac:chgData name="Chu Lin" userId="a9d5f5a05d2946b6" providerId="LiveId" clId="{A624DEA4-834B-44D9-BB5B-23A5D14AA4FA}" dt="2026-08-13T02:37:09.360" v="1876" actId="1076"/>
          <ac:spMkLst>
            <pc:docMk/>
            <pc:sldMk cId="0" sldId="263"/>
            <ac:spMk id="12" creationId="{6E467893-C5C2-1FD6-0AA1-41498269EBD0}"/>
          </ac:spMkLst>
        </pc:spChg>
        <pc:graphicFrameChg chg="modGraphic">
          <ac:chgData name="Chu Lin" userId="a9d5f5a05d2946b6" providerId="LiveId" clId="{A624DEA4-834B-44D9-BB5B-23A5D14AA4FA}" dt="2026-08-13T00:51:02.144" v="177" actId="14734"/>
          <ac:graphicFrameMkLst>
            <pc:docMk/>
            <pc:sldMk cId="0" sldId="263"/>
            <ac:graphicFrameMk id="5" creationId="{00000000-0000-0000-0000-000000000000}"/>
          </ac:graphicFrameMkLst>
        </pc:graphicFrameChg>
        <pc:graphicFrameChg chg="mod">
          <ac:chgData name="Chu Lin" userId="a9d5f5a05d2946b6" providerId="LiveId" clId="{A624DEA4-834B-44D9-BB5B-23A5D14AA4FA}" dt="2026-08-13T02:33:19.239" v="1771" actId="1076"/>
          <ac:graphicFrameMkLst>
            <pc:docMk/>
            <pc:sldMk cId="0" sldId="263"/>
            <ac:graphicFrameMk id="6" creationId="{00000000-0000-0000-0000-000000000000}"/>
          </ac:graphicFrameMkLst>
        </pc:graphicFrameChg>
        <pc:picChg chg="add del mod">
          <ac:chgData name="Chu Lin" userId="a9d5f5a05d2946b6" providerId="LiveId" clId="{A624DEA4-834B-44D9-BB5B-23A5D14AA4FA}" dt="2026-08-13T02:33:51.903" v="1777" actId="22"/>
          <ac:picMkLst>
            <pc:docMk/>
            <pc:sldMk cId="0" sldId="263"/>
            <ac:picMk id="10" creationId="{B67E4B93-B2C1-7994-12AB-635CC801C47B}"/>
          </ac:picMkLst>
        </pc:picChg>
      </pc:sldChg>
      <pc:sldChg chg="modSp mod">
        <pc:chgData name="Chu Lin" userId="a9d5f5a05d2946b6" providerId="LiveId" clId="{A624DEA4-834B-44D9-BB5B-23A5D14AA4FA}" dt="2026-08-13T16:08:29.744" v="2008" actId="20577"/>
        <pc:sldMkLst>
          <pc:docMk/>
          <pc:sldMk cId="0" sldId="264"/>
        </pc:sldMkLst>
        <pc:spChg chg="mod">
          <ac:chgData name="Chu Lin" userId="a9d5f5a05d2946b6" providerId="LiveId" clId="{A624DEA4-834B-44D9-BB5B-23A5D14AA4FA}" dt="2026-08-13T15:58:03.556" v="1929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3T15:55:56.855" v="1924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13T16:08:29.744" v="2008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del mod">
        <pc:chgData name="Chu Lin" userId="a9d5f5a05d2946b6" providerId="LiveId" clId="{A624DEA4-834B-44D9-BB5B-23A5D14AA4FA}" dt="2026-08-13T15:48:15.280" v="1883" actId="47"/>
        <pc:sldMkLst>
          <pc:docMk/>
          <pc:sldMk cId="0" sldId="265"/>
        </pc:sldMkLst>
        <pc:spChg chg="mod">
          <ac:chgData name="Chu Lin" userId="a9d5f5a05d2946b6" providerId="LiveId" clId="{A624DEA4-834B-44D9-BB5B-23A5D14AA4FA}" dt="2026-08-13T02:37:57.239" v="1877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13T02:38:03.998" v="1878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Chu Lin" userId="a9d5f5a05d2946b6" providerId="LiveId" clId="{A624DEA4-834B-44D9-BB5B-23A5D14AA4FA}" dt="2026-08-13T02:38:10.325" v="1879" actId="25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Chu Lin" userId="a9d5f5a05d2946b6" providerId="LiveId" clId="{A624DEA4-834B-44D9-BB5B-23A5D14AA4FA}" dt="2026-08-13T02:38:22.421" v="1881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Chu Lin" userId="a9d5f5a05d2946b6" providerId="LiveId" clId="{A624DEA4-834B-44D9-BB5B-23A5D14AA4FA}" dt="2026-08-13T02:38:10.325" v="1879" actId="255"/>
          <ac:spMkLst>
            <pc:docMk/>
            <pc:sldMk cId="0" sldId="265"/>
            <ac:spMk id="20" creationId="{00000000-0000-0000-0000-000000000000}"/>
          </ac:spMkLst>
        </pc:spChg>
        <pc:spChg chg="mod">
          <ac:chgData name="Chu Lin" userId="a9d5f5a05d2946b6" providerId="LiveId" clId="{A624DEA4-834B-44D9-BB5B-23A5D14AA4FA}" dt="2026-08-13T02:38:13.839" v="1880" actId="1410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Chu Lin" userId="a9d5f5a05d2946b6" providerId="LiveId" clId="{A624DEA4-834B-44D9-BB5B-23A5D14AA4FA}" dt="2026-08-13T02:38:10.325" v="1879" actId="255"/>
          <ac:spMkLst>
            <pc:docMk/>
            <pc:sldMk cId="0" sldId="265"/>
            <ac:spMk id="24" creationId="{00000000-0000-0000-0000-000000000000}"/>
          </ac:spMkLst>
        </pc:spChg>
      </pc:sldChg>
      <pc:sldChg chg="modSp del mod">
        <pc:chgData name="Chu Lin" userId="a9d5f5a05d2946b6" providerId="LiveId" clId="{A624DEA4-834B-44D9-BB5B-23A5D14AA4FA}" dt="2026-08-14T19:06:49.212" v="2573" actId="47"/>
        <pc:sldMkLst>
          <pc:docMk/>
          <pc:sldMk cId="0" sldId="266"/>
        </pc:sldMkLst>
        <pc:spChg chg="mod">
          <ac:chgData name="Chu Lin" userId="a9d5f5a05d2946b6" providerId="LiveId" clId="{A624DEA4-834B-44D9-BB5B-23A5D14AA4FA}" dt="2026-08-13T15:57:58.007" v="1928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8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24" creationId="{00000000-0000-0000-0000-000000000000}"/>
          </ac:spMkLst>
        </pc:spChg>
        <pc:spChg chg="mod">
          <ac:chgData name="Chu Lin" userId="a9d5f5a05d2946b6" providerId="LiveId" clId="{A624DEA4-834B-44D9-BB5B-23A5D14AA4FA}" dt="2026-08-13T15:15:24.223" v="1882" actId="255"/>
          <ac:spMkLst>
            <pc:docMk/>
            <pc:sldMk cId="0" sldId="266"/>
            <ac:spMk id="28" creationId="{00000000-0000-0000-0000-000000000000}"/>
          </ac:spMkLst>
        </pc:spChg>
      </pc:sldChg>
      <pc:sldChg chg="del">
        <pc:chgData name="Chu Lin" userId="a9d5f5a05d2946b6" providerId="LiveId" clId="{A624DEA4-834B-44D9-BB5B-23A5D14AA4FA}" dt="2026-08-13T15:49:26.635" v="1899" actId="47"/>
        <pc:sldMkLst>
          <pc:docMk/>
          <pc:sldMk cId="0" sldId="267"/>
        </pc:sldMkLst>
      </pc:sldChg>
      <pc:sldChg chg="delSp modSp mod">
        <pc:chgData name="Chu Lin" userId="a9d5f5a05d2946b6" providerId="LiveId" clId="{A624DEA4-834B-44D9-BB5B-23A5D14AA4FA}" dt="2026-08-13T16:00:05.866" v="1983" actId="20577"/>
        <pc:sldMkLst>
          <pc:docMk/>
          <pc:sldMk cId="0" sldId="268"/>
        </pc:sldMkLst>
        <pc:spChg chg="del">
          <ac:chgData name="Chu Lin" userId="a9d5f5a05d2946b6" providerId="LiveId" clId="{A624DEA4-834B-44D9-BB5B-23A5D14AA4FA}" dt="2026-08-13T15:58:23.982" v="1933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3T16:00:05.866" v="1983" actId="20577"/>
          <ac:spMkLst>
            <pc:docMk/>
            <pc:sldMk cId="0" sldId="268"/>
            <ac:spMk id="5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9:43.988" v="1968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9:43.989" v="1970"/>
          <ac:spMkLst>
            <pc:docMk/>
            <pc:sldMk cId="0" sldId="268"/>
            <ac:spMk id="7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9:43.987" v="1966" actId="478"/>
          <ac:spMkLst>
            <pc:docMk/>
            <pc:sldMk cId="0" sldId="268"/>
            <ac:spMk id="8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9:43.989" v="1972"/>
          <ac:spMkLst>
            <pc:docMk/>
            <pc:sldMk cId="0" sldId="268"/>
            <ac:spMk id="9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9:43.989" v="1974"/>
          <ac:spMkLst>
            <pc:docMk/>
            <pc:sldMk cId="0" sldId="268"/>
            <ac:spMk id="10" creationId="{00000000-0000-0000-0000-000000000000}"/>
          </ac:spMkLst>
        </pc:spChg>
      </pc:sldChg>
      <pc:sldChg chg="new del">
        <pc:chgData name="Chu Lin" userId="a9d5f5a05d2946b6" providerId="LiveId" clId="{A624DEA4-834B-44D9-BB5B-23A5D14AA4FA}" dt="2026-08-13T02:13:31.819" v="1201" actId="47"/>
        <pc:sldMkLst>
          <pc:docMk/>
          <pc:sldMk cId="2161132043" sldId="270"/>
        </pc:sldMkLst>
      </pc:sldChg>
      <pc:sldChg chg="addSp delSp modSp add mod ord setBg">
        <pc:chgData name="Chu Lin" userId="a9d5f5a05d2946b6" providerId="LiveId" clId="{A624DEA4-834B-44D9-BB5B-23A5D14AA4FA}" dt="2026-08-14T18:32:44.260" v="2554"/>
        <pc:sldMkLst>
          <pc:docMk/>
          <pc:sldMk cId="3277232360" sldId="270"/>
        </pc:sldMkLst>
        <pc:spChg chg="mod">
          <ac:chgData name="Chu Lin" userId="a9d5f5a05d2946b6" providerId="LiveId" clId="{A624DEA4-834B-44D9-BB5B-23A5D14AA4FA}" dt="2026-08-13T02:33:22.692" v="1773"/>
          <ac:spMkLst>
            <pc:docMk/>
            <pc:sldMk cId="3277232360" sldId="270"/>
            <ac:spMk id="3" creationId="{5A65808D-C1C6-55A9-B2EE-A0D543675655}"/>
          </ac:spMkLst>
        </pc:spChg>
        <pc:spChg chg="add del mod">
          <ac:chgData name="Chu Lin" userId="a9d5f5a05d2946b6" providerId="LiveId" clId="{A624DEA4-834B-44D9-BB5B-23A5D14AA4FA}" dt="2026-08-13T02:31:51.153" v="1761" actId="1076"/>
          <ac:spMkLst>
            <pc:docMk/>
            <pc:sldMk cId="3277232360" sldId="270"/>
            <ac:spMk id="4" creationId="{70FCDE28-C429-80D1-4D79-A3809DD668CF}"/>
          </ac:spMkLst>
        </pc:spChg>
        <pc:spChg chg="del">
          <ac:chgData name="Chu Lin" userId="a9d5f5a05d2946b6" providerId="LiveId" clId="{A624DEA4-834B-44D9-BB5B-23A5D14AA4FA}" dt="2026-08-13T02:14:02.781" v="1241" actId="478"/>
          <ac:spMkLst>
            <pc:docMk/>
            <pc:sldMk cId="3277232360" sldId="270"/>
            <ac:spMk id="5" creationId="{2C1C8E25-9390-C090-26FB-40F70E2C4237}"/>
          </ac:spMkLst>
        </pc:spChg>
        <pc:spChg chg="del">
          <ac:chgData name="Chu Lin" userId="a9d5f5a05d2946b6" providerId="LiveId" clId="{A624DEA4-834B-44D9-BB5B-23A5D14AA4FA}" dt="2026-08-13T02:14:10.868" v="1248" actId="478"/>
          <ac:spMkLst>
            <pc:docMk/>
            <pc:sldMk cId="3277232360" sldId="270"/>
            <ac:spMk id="6" creationId="{25B41754-A4A2-C9B7-F301-B4D2761E4F80}"/>
          </ac:spMkLst>
        </pc:spChg>
        <pc:spChg chg="del">
          <ac:chgData name="Chu Lin" userId="a9d5f5a05d2946b6" providerId="LiveId" clId="{A624DEA4-834B-44D9-BB5B-23A5D14AA4FA}" dt="2026-08-13T02:14:08.948" v="1247" actId="478"/>
          <ac:spMkLst>
            <pc:docMk/>
            <pc:sldMk cId="3277232360" sldId="270"/>
            <ac:spMk id="7" creationId="{1D5C752D-90E9-6943-ED23-5FD7BFE64730}"/>
          </ac:spMkLst>
        </pc:spChg>
        <pc:spChg chg="del">
          <ac:chgData name="Chu Lin" userId="a9d5f5a05d2946b6" providerId="LiveId" clId="{A624DEA4-834B-44D9-BB5B-23A5D14AA4FA}" dt="2026-08-13T02:14:08.948" v="1247" actId="478"/>
          <ac:spMkLst>
            <pc:docMk/>
            <pc:sldMk cId="3277232360" sldId="270"/>
            <ac:spMk id="8" creationId="{C97B2C42-502A-826B-D500-07356E2985DA}"/>
          </ac:spMkLst>
        </pc:spChg>
        <pc:spChg chg="del">
          <ac:chgData name="Chu Lin" userId="a9d5f5a05d2946b6" providerId="LiveId" clId="{A624DEA4-834B-44D9-BB5B-23A5D14AA4FA}" dt="2026-08-13T02:14:10.868" v="1248" actId="478"/>
          <ac:spMkLst>
            <pc:docMk/>
            <pc:sldMk cId="3277232360" sldId="270"/>
            <ac:spMk id="9" creationId="{3F07BD8D-22FE-39D4-05B1-1371DFDD68E9}"/>
          </ac:spMkLst>
        </pc:spChg>
        <pc:spChg chg="del">
          <ac:chgData name="Chu Lin" userId="a9d5f5a05d2946b6" providerId="LiveId" clId="{A624DEA4-834B-44D9-BB5B-23A5D14AA4FA}" dt="2026-08-13T02:14:10.868" v="1248" actId="478"/>
          <ac:spMkLst>
            <pc:docMk/>
            <pc:sldMk cId="3277232360" sldId="270"/>
            <ac:spMk id="10" creationId="{6D0204B7-1053-906D-BCA2-3D38C688ED75}"/>
          </ac:spMkLst>
        </pc:spChg>
        <pc:spChg chg="del">
          <ac:chgData name="Chu Lin" userId="a9d5f5a05d2946b6" providerId="LiveId" clId="{A624DEA4-834B-44D9-BB5B-23A5D14AA4FA}" dt="2026-08-13T02:14:03.596" v="1244" actId="478"/>
          <ac:spMkLst>
            <pc:docMk/>
            <pc:sldMk cId="3277232360" sldId="270"/>
            <ac:spMk id="11" creationId="{BEF61D4C-1F7F-FC8C-CF5D-2E22A477130B}"/>
          </ac:spMkLst>
        </pc:spChg>
        <pc:spChg chg="del">
          <ac:chgData name="Chu Lin" userId="a9d5f5a05d2946b6" providerId="LiveId" clId="{A624DEA4-834B-44D9-BB5B-23A5D14AA4FA}" dt="2026-08-13T02:14:08.948" v="1247" actId="478"/>
          <ac:spMkLst>
            <pc:docMk/>
            <pc:sldMk cId="3277232360" sldId="270"/>
            <ac:spMk id="12" creationId="{4071F769-0069-0878-EBB5-EC7147A16B01}"/>
          </ac:spMkLst>
        </pc:spChg>
        <pc:spChg chg="del mod">
          <ac:chgData name="Chu Lin" userId="a9d5f5a05d2946b6" providerId="LiveId" clId="{A624DEA4-834B-44D9-BB5B-23A5D14AA4FA}" dt="2026-08-13T02:14:02.783" v="1243"/>
          <ac:spMkLst>
            <pc:docMk/>
            <pc:sldMk cId="3277232360" sldId="270"/>
            <ac:spMk id="13" creationId="{54C50D79-3458-36DD-14F2-7F3F6E684DB4}"/>
          </ac:spMkLst>
        </pc:spChg>
        <pc:spChg chg="add mod">
          <ac:chgData name="Chu Lin" userId="a9d5f5a05d2946b6" providerId="LiveId" clId="{A624DEA4-834B-44D9-BB5B-23A5D14AA4FA}" dt="2026-08-13T02:14:06.263" v="1246" actId="571"/>
          <ac:spMkLst>
            <pc:docMk/>
            <pc:sldMk cId="3277232360" sldId="270"/>
            <ac:spMk id="14" creationId="{03B51053-4CB2-AFA9-F2A3-4DFDCD199396}"/>
          </ac:spMkLst>
        </pc:spChg>
      </pc:sldChg>
      <pc:sldChg chg="delSp modSp add mod ord setBg">
        <pc:chgData name="Chu Lin" userId="a9d5f5a05d2946b6" providerId="LiveId" clId="{A624DEA4-834B-44D9-BB5B-23A5D14AA4FA}" dt="2026-08-14T18:39:54.531" v="2572" actId="255"/>
        <pc:sldMkLst>
          <pc:docMk/>
          <pc:sldMk cId="0" sldId="271"/>
        </pc:sldMkLst>
        <pc:spChg chg="mod">
          <ac:chgData name="Chu Lin" userId="a9d5f5a05d2946b6" providerId="LiveId" clId="{A624DEA4-834B-44D9-BB5B-23A5D14AA4FA}" dt="2026-08-13T15:57:51.505" v="1927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5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9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11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14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18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19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32" creationId="{00000000-0000-0000-0000-000000000000}"/>
          </ac:spMkLst>
        </pc:spChg>
        <pc:spChg chg="mod">
          <ac:chgData name="Chu Lin" userId="a9d5f5a05d2946b6" providerId="LiveId" clId="{A624DEA4-834B-44D9-BB5B-23A5D14AA4FA}" dt="2026-08-13T15:54:58.423" v="1916"/>
          <ac:spMkLst>
            <pc:docMk/>
            <pc:sldMk cId="0" sldId="271"/>
            <ac:spMk id="36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38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39" creationId="{00000000-0000-0000-0000-000000000000}"/>
          </ac:spMkLst>
        </pc:spChg>
        <pc:spChg chg="mod">
          <ac:chgData name="Chu Lin" userId="a9d5f5a05d2946b6" providerId="LiveId" clId="{A624DEA4-834B-44D9-BB5B-23A5D14AA4FA}" dt="2026-08-14T18:39:54.531" v="2572" actId="255"/>
          <ac:spMkLst>
            <pc:docMk/>
            <pc:sldMk cId="0" sldId="271"/>
            <ac:spMk id="41" creationId="{00000000-0000-0000-0000-000000000000}"/>
          </ac:spMkLst>
        </pc:spChg>
        <pc:spChg chg="mod">
          <ac:chgData name="Chu Lin" userId="a9d5f5a05d2946b6" providerId="LiveId" clId="{A624DEA4-834B-44D9-BB5B-23A5D14AA4FA}" dt="2026-08-13T15:54:50.125" v="1914"/>
          <ac:spMkLst>
            <pc:docMk/>
            <pc:sldMk cId="0" sldId="271"/>
            <ac:spMk id="42" creationId="{00000000-0000-0000-0000-000000000000}"/>
          </ac:spMkLst>
        </pc:spChg>
        <pc:spChg chg="mod">
          <ac:chgData name="Chu Lin" userId="a9d5f5a05d2946b6" providerId="LiveId" clId="{A624DEA4-834B-44D9-BB5B-23A5D14AA4FA}" dt="2026-08-13T15:48:46.442" v="1898" actId="20577"/>
          <ac:spMkLst>
            <pc:docMk/>
            <pc:sldMk cId="0" sldId="271"/>
            <ac:spMk id="44" creationId="{00000000-0000-0000-0000-000000000000}"/>
          </ac:spMkLst>
        </pc:spChg>
        <pc:spChg chg="mod">
          <ac:chgData name="Chu Lin" userId="a9d5f5a05d2946b6" providerId="LiveId" clId="{A624DEA4-834B-44D9-BB5B-23A5D14AA4FA}" dt="2026-08-13T15:55:19.739" v="1918" actId="1076"/>
          <ac:spMkLst>
            <pc:docMk/>
            <pc:sldMk cId="0" sldId="271"/>
            <ac:spMk id="45" creationId="{00000000-0000-0000-0000-000000000000}"/>
          </ac:spMkLst>
        </pc:spChg>
        <pc:spChg chg="del">
          <ac:chgData name="Chu Lin" userId="a9d5f5a05d2946b6" providerId="LiveId" clId="{A624DEA4-834B-44D9-BB5B-23A5D14AA4FA}" dt="2026-08-13T15:48:20.567" v="1886" actId="478"/>
          <ac:spMkLst>
            <pc:docMk/>
            <pc:sldMk cId="0" sldId="271"/>
            <ac:spMk id="46" creationId="{00000000-0000-0000-0000-000000000000}"/>
          </ac:spMkLst>
        </pc:spChg>
        <pc:cxnChg chg="mod">
          <ac:chgData name="Chu Lin" userId="a9d5f5a05d2946b6" providerId="LiveId" clId="{A624DEA4-834B-44D9-BB5B-23A5D14AA4FA}" dt="2026-08-13T15:54:34.943" v="1909" actId="14100"/>
          <ac:cxnSpMkLst>
            <pc:docMk/>
            <pc:sldMk cId="0" sldId="271"/>
            <ac:cxnSpMk id="40" creationId="{00000000-0000-0000-0000-000000000000}"/>
          </ac:cxnSpMkLst>
        </pc:cxnChg>
        <pc:cxnChg chg="mod">
          <ac:chgData name="Chu Lin" userId="a9d5f5a05d2946b6" providerId="LiveId" clId="{A624DEA4-834B-44D9-BB5B-23A5D14AA4FA}" dt="2026-08-13T15:54:39.619" v="1910" actId="14100"/>
          <ac:cxnSpMkLst>
            <pc:docMk/>
            <pc:sldMk cId="0" sldId="271"/>
            <ac:cxnSpMk id="43" creationId="{00000000-0000-0000-0000-000000000000}"/>
          </ac:cxnSpMkLst>
        </pc:cxnChg>
      </pc:sldChg>
      <pc:sldChg chg="delSp modSp add mod setBg">
        <pc:chgData name="Chu Lin" userId="a9d5f5a05d2946b6" providerId="LiveId" clId="{A624DEA4-834B-44D9-BB5B-23A5D14AA4FA}" dt="2026-08-13T17:01:51.637" v="2252" actId="20577"/>
        <pc:sldMkLst>
          <pc:docMk/>
          <pc:sldMk cId="0" sldId="272"/>
        </pc:sldMkLst>
        <pc:spChg chg="mod">
          <ac:chgData name="Chu Lin" userId="a9d5f5a05d2946b6" providerId="LiveId" clId="{A624DEA4-834B-44D9-BB5B-23A5D14AA4FA}" dt="2026-08-13T15:58:18.853" v="1932" actId="14100"/>
          <ac:spMkLst>
            <pc:docMk/>
            <pc:sldMk cId="0" sldId="272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3T15:49:40.198" v="1903" actId="14100"/>
          <ac:spMkLst>
            <pc:docMk/>
            <pc:sldMk cId="0" sldId="272"/>
            <ac:spMk id="5" creationId="{00000000-0000-0000-0000-000000000000}"/>
          </ac:spMkLst>
        </pc:spChg>
        <pc:spChg chg="mod">
          <ac:chgData name="Chu Lin" userId="a9d5f5a05d2946b6" providerId="LiveId" clId="{A624DEA4-834B-44D9-BB5B-23A5D14AA4FA}" dt="2026-08-13T15:49:40.198" v="1903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Chu Lin" userId="a9d5f5a05d2946b6" providerId="LiveId" clId="{A624DEA4-834B-44D9-BB5B-23A5D14AA4FA}" dt="2026-08-13T15:49:40.198" v="1903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Chu Lin" userId="a9d5f5a05d2946b6" providerId="LiveId" clId="{A624DEA4-834B-44D9-BB5B-23A5D14AA4FA}" dt="2026-08-13T15:54:08.954" v="190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Chu Lin" userId="a9d5f5a05d2946b6" providerId="LiveId" clId="{A624DEA4-834B-44D9-BB5B-23A5D14AA4FA}" dt="2026-08-13T15:54:11.273" v="1907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Chu Lin" userId="a9d5f5a05d2946b6" providerId="LiveId" clId="{A624DEA4-834B-44D9-BB5B-23A5D14AA4FA}" dt="2026-08-13T16:58:47.223" v="2012" actId="20577"/>
          <ac:spMkLst>
            <pc:docMk/>
            <pc:sldMk cId="0" sldId="272"/>
            <ac:spMk id="16" creationId="{00000000-0000-0000-0000-000000000000}"/>
          </ac:spMkLst>
        </pc:spChg>
        <pc:spChg chg="mod">
          <ac:chgData name="Chu Lin" userId="a9d5f5a05d2946b6" providerId="LiveId" clId="{A624DEA4-834B-44D9-BB5B-23A5D14AA4FA}" dt="2026-08-13T17:01:51.637" v="2252" actId="20577"/>
          <ac:spMkLst>
            <pc:docMk/>
            <pc:sldMk cId="0" sldId="272"/>
            <ac:spMk id="24" creationId="{00000000-0000-0000-0000-000000000000}"/>
          </ac:spMkLst>
        </pc:spChg>
        <pc:spChg chg="del mod">
          <ac:chgData name="Chu Lin" userId="a9d5f5a05d2946b6" providerId="LiveId" clId="{A624DEA4-834B-44D9-BB5B-23A5D14AA4FA}" dt="2026-08-13T15:53:37.444" v="1905" actId="478"/>
          <ac:spMkLst>
            <pc:docMk/>
            <pc:sldMk cId="0" sldId="272"/>
            <ac:spMk id="25" creationId="{00000000-0000-0000-0000-000000000000}"/>
          </ac:spMkLst>
        </pc:spChg>
      </pc:sldChg>
      <pc:sldChg chg="delSp modSp add mod setBg">
        <pc:chgData name="Chu Lin" userId="a9d5f5a05d2946b6" providerId="LiveId" clId="{A624DEA4-834B-44D9-BB5B-23A5D14AA4FA}" dt="2026-08-14T19:07:17.111" v="2580" actId="478"/>
        <pc:sldMkLst>
          <pc:docMk/>
          <pc:sldMk cId="0" sldId="273"/>
        </pc:sldMkLst>
        <pc:spChg chg="del">
          <ac:chgData name="Chu Lin" userId="a9d5f5a05d2946b6" providerId="LiveId" clId="{A624DEA4-834B-44D9-BB5B-23A5D14AA4FA}" dt="2026-08-14T19:07:17.111" v="2580" actId="478"/>
          <ac:spMkLst>
            <pc:docMk/>
            <pc:sldMk cId="0" sldId="273"/>
            <ac:spMk id="4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5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6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9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0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2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4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5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6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7" creationId="{00000000-0000-0000-0000-000000000000}"/>
          </ac:spMkLst>
        </pc:spChg>
        <pc:spChg chg="mod">
          <ac:chgData name="Chu Lin" userId="a9d5f5a05d2946b6" providerId="LiveId" clId="{A624DEA4-834B-44D9-BB5B-23A5D14AA4FA}" dt="2026-08-14T19:07:12.937" v="2579" actId="255"/>
          <ac:spMkLst>
            <pc:docMk/>
            <pc:sldMk cId="0" sldId="273"/>
            <ac:spMk id="19" creationId="{00000000-0000-0000-0000-000000000000}"/>
          </ac:spMkLst>
        </pc:spChg>
        <pc:spChg chg="del">
          <ac:chgData name="Chu Lin" userId="a9d5f5a05d2946b6" providerId="LiveId" clId="{A624DEA4-834B-44D9-BB5B-23A5D14AA4FA}" dt="2026-08-14T19:06:56.351" v="2575" actId="478"/>
          <ac:spMkLst>
            <pc:docMk/>
            <pc:sldMk cId="0" sldId="273"/>
            <ac:spMk id="2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OOD RMSE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Mono</c:v>
                </c:pt>
                <c:pt idx="1">
                  <c:v>Ens.</c:v>
                </c:pt>
                <c:pt idx="2">
                  <c:v>Per</c:v>
                </c:pt>
                <c:pt idx="3">
                  <c:v>Learn</c:v>
                </c:pt>
                <c:pt idx="4">
                  <c:v>Rand</c:v>
                </c:pt>
                <c:pt idx="5">
                  <c:v>Oracle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1.2759</c:v>
                </c:pt>
                <c:pt idx="1">
                  <c:v>1.2025999999999999</c:v>
                </c:pt>
                <c:pt idx="2">
                  <c:v>1.38</c:v>
                </c:pt>
                <c:pt idx="3">
                  <c:v>2.0297999999999998</c:v>
                </c:pt>
                <c:pt idx="4">
                  <c:v>2.0112000000000001</c:v>
                </c:pt>
                <c:pt idx="5">
                  <c:v>0.45500000000000002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FC-44B5-A144-741DD9B14B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OOD √PEHE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Mono</c:v>
                </c:pt>
                <c:pt idx="1">
                  <c:v>Ens.</c:v>
                </c:pt>
                <c:pt idx="2">
                  <c:v>Per</c:v>
                </c:pt>
                <c:pt idx="3">
                  <c:v>Learn</c:v>
                </c:pt>
                <c:pt idx="4">
                  <c:v>Rand</c:v>
                </c:pt>
                <c:pt idx="5">
                  <c:v>Oracle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0.52939999999999998</c:v>
                </c:pt>
                <c:pt idx="1">
                  <c:v>0.48409999999999997</c:v>
                </c:pt>
                <c:pt idx="2">
                  <c:v>0.58919999999999995</c:v>
                </c:pt>
                <c:pt idx="3">
                  <c:v>0.82040000000000002</c:v>
                </c:pt>
                <c:pt idx="4">
                  <c:v>0.81289999999999996</c:v>
                </c:pt>
                <c:pt idx="5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3E-40B2-A3F2-999A540E3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2C3B4-69DC-4106-89A4-3A3FA7D4B8CB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F1BB9-9931-4F1E-94FC-7DE6EEB18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95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6B11DC-B628-C037-678F-9B711F97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068EDF-41EF-0762-9B5F-381BE515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8FD187-A475-D812-2D68-878276E19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856E30-6309-B53E-4B0A-41F5669A8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37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92AAC3-53B3-1D0E-7224-E07ACADAB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83580" y="-7622"/>
              <a:ext cx="6408021" cy="688736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49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355044B-C54E-C937-1991-AFC200830E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6882" y="3229127"/>
              <a:ext cx="3064719" cy="3650617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7" name="Oval 19">
            <a:extLst>
              <a:ext uri="{FF2B5EF4-FFF2-40B4-BE49-F238E27FC236}">
                <a16:creationId xmlns:a16="http://schemas.microsoft.com/office/drawing/2014/main" id="{D4EF69EE-F5F0-8DDB-CE09-95345B8C5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032116">
            <a:off x="3057328" y="1285731"/>
            <a:ext cx="8178674" cy="4931316"/>
          </a:xfrm>
          <a:custGeom>
            <a:avLst/>
            <a:gdLst>
              <a:gd name="connsiteX0" fmla="*/ 0 w 7999132"/>
              <a:gd name="connsiteY0" fmla="*/ 2922166 h 5844331"/>
              <a:gd name="connsiteX1" fmla="*/ 3999566 w 7999132"/>
              <a:gd name="connsiteY1" fmla="*/ 0 h 5844331"/>
              <a:gd name="connsiteX2" fmla="*/ 7999132 w 7999132"/>
              <a:gd name="connsiteY2" fmla="*/ 2922166 h 5844331"/>
              <a:gd name="connsiteX3" fmla="*/ 3999566 w 7999132"/>
              <a:gd name="connsiteY3" fmla="*/ 5844332 h 5844331"/>
              <a:gd name="connsiteX4" fmla="*/ 0 w 7999132"/>
              <a:gd name="connsiteY4" fmla="*/ 2922166 h 5844331"/>
              <a:gd name="connsiteX0" fmla="*/ 0 w 7999132"/>
              <a:gd name="connsiteY0" fmla="*/ 2934074 h 5856240"/>
              <a:gd name="connsiteX1" fmla="*/ 3999566 w 7999132"/>
              <a:gd name="connsiteY1" fmla="*/ 11908 h 5856240"/>
              <a:gd name="connsiteX2" fmla="*/ 7999132 w 7999132"/>
              <a:gd name="connsiteY2" fmla="*/ 2934074 h 5856240"/>
              <a:gd name="connsiteX3" fmla="*/ 3999566 w 7999132"/>
              <a:gd name="connsiteY3" fmla="*/ 5856240 h 5856240"/>
              <a:gd name="connsiteX4" fmla="*/ 0 w 7999132"/>
              <a:gd name="connsiteY4" fmla="*/ 2934074 h 5856240"/>
              <a:gd name="connsiteX0" fmla="*/ 0 w 8014045"/>
              <a:gd name="connsiteY0" fmla="*/ 2934074 h 5884893"/>
              <a:gd name="connsiteX1" fmla="*/ 3999566 w 8014045"/>
              <a:gd name="connsiteY1" fmla="*/ 11908 h 5884893"/>
              <a:gd name="connsiteX2" fmla="*/ 7999132 w 8014045"/>
              <a:gd name="connsiteY2" fmla="*/ 2934074 h 5884893"/>
              <a:gd name="connsiteX3" fmla="*/ 3999566 w 8014045"/>
              <a:gd name="connsiteY3" fmla="*/ 5856240 h 5884893"/>
              <a:gd name="connsiteX4" fmla="*/ 0 w 8014045"/>
              <a:gd name="connsiteY4" fmla="*/ 2934074 h 5884893"/>
              <a:gd name="connsiteX0" fmla="*/ 0 w 7397145"/>
              <a:gd name="connsiteY0" fmla="*/ 2967353 h 5889989"/>
              <a:gd name="connsiteX1" fmla="*/ 3999566 w 7397145"/>
              <a:gd name="connsiteY1" fmla="*/ 45187 h 5889989"/>
              <a:gd name="connsiteX2" fmla="*/ 7384270 w 7397145"/>
              <a:gd name="connsiteY2" fmla="*/ 2791846 h 5889989"/>
              <a:gd name="connsiteX3" fmla="*/ 3999566 w 7397145"/>
              <a:gd name="connsiteY3" fmla="*/ 5889519 h 5889989"/>
              <a:gd name="connsiteX4" fmla="*/ 0 w 7397145"/>
              <a:gd name="connsiteY4" fmla="*/ 2967353 h 5889989"/>
              <a:gd name="connsiteX0" fmla="*/ 0 w 7293308"/>
              <a:gd name="connsiteY0" fmla="*/ 2988430 h 5891494"/>
              <a:gd name="connsiteX1" fmla="*/ 3895815 w 7293308"/>
              <a:gd name="connsiteY1" fmla="*/ 46575 h 5891494"/>
              <a:gd name="connsiteX2" fmla="*/ 7280519 w 7293308"/>
              <a:gd name="connsiteY2" fmla="*/ 2793234 h 5891494"/>
              <a:gd name="connsiteX3" fmla="*/ 3895815 w 7293308"/>
              <a:gd name="connsiteY3" fmla="*/ 5890907 h 5891494"/>
              <a:gd name="connsiteX4" fmla="*/ 0 w 7293308"/>
              <a:gd name="connsiteY4" fmla="*/ 2988430 h 5891494"/>
              <a:gd name="connsiteX0" fmla="*/ 29287 w 7322595"/>
              <a:gd name="connsiteY0" fmla="*/ 2988430 h 5891551"/>
              <a:gd name="connsiteX1" fmla="*/ 3925102 w 7322595"/>
              <a:gd name="connsiteY1" fmla="*/ 46575 h 5891551"/>
              <a:gd name="connsiteX2" fmla="*/ 7309806 w 7322595"/>
              <a:gd name="connsiteY2" fmla="*/ 2793234 h 5891551"/>
              <a:gd name="connsiteX3" fmla="*/ 3925102 w 7322595"/>
              <a:gd name="connsiteY3" fmla="*/ 5890907 h 5891551"/>
              <a:gd name="connsiteX4" fmla="*/ 29287 w 7322595"/>
              <a:gd name="connsiteY4" fmla="*/ 2988430 h 5891551"/>
              <a:gd name="connsiteX0" fmla="*/ 29287 w 7322595"/>
              <a:gd name="connsiteY0" fmla="*/ 2965220 h 5868341"/>
              <a:gd name="connsiteX1" fmla="*/ 3925102 w 7322595"/>
              <a:gd name="connsiteY1" fmla="*/ 23365 h 5868341"/>
              <a:gd name="connsiteX2" fmla="*/ 7309806 w 7322595"/>
              <a:gd name="connsiteY2" fmla="*/ 2770024 h 5868341"/>
              <a:gd name="connsiteX3" fmla="*/ 3925102 w 7322595"/>
              <a:gd name="connsiteY3" fmla="*/ 5867697 h 5868341"/>
              <a:gd name="connsiteX4" fmla="*/ 29287 w 7322595"/>
              <a:gd name="connsiteY4" fmla="*/ 2965220 h 5868341"/>
              <a:gd name="connsiteX0" fmla="*/ 29287 w 7322595"/>
              <a:gd name="connsiteY0" fmla="*/ 2965220 h 5868341"/>
              <a:gd name="connsiteX1" fmla="*/ 3925102 w 7322595"/>
              <a:gd name="connsiteY1" fmla="*/ 23365 h 5868341"/>
              <a:gd name="connsiteX2" fmla="*/ 7309806 w 7322595"/>
              <a:gd name="connsiteY2" fmla="*/ 2770024 h 5868341"/>
              <a:gd name="connsiteX3" fmla="*/ 3925102 w 7322595"/>
              <a:gd name="connsiteY3" fmla="*/ 5867697 h 5868341"/>
              <a:gd name="connsiteX4" fmla="*/ 29287 w 7322595"/>
              <a:gd name="connsiteY4" fmla="*/ 2965220 h 586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22595" h="5868341">
                <a:moveTo>
                  <a:pt x="29287" y="2965220"/>
                </a:moveTo>
                <a:cubicBezTo>
                  <a:pt x="388566" y="1232439"/>
                  <a:pt x="2421578" y="-201836"/>
                  <a:pt x="3925102" y="23365"/>
                </a:cubicBezTo>
                <a:cubicBezTo>
                  <a:pt x="5428626" y="248566"/>
                  <a:pt x="7355995" y="961700"/>
                  <a:pt x="7309806" y="2770024"/>
                </a:cubicBezTo>
                <a:cubicBezTo>
                  <a:pt x="7517749" y="6217461"/>
                  <a:pt x="5138522" y="5835164"/>
                  <a:pt x="3925102" y="5867697"/>
                </a:cubicBezTo>
                <a:cubicBezTo>
                  <a:pt x="2711682" y="5900230"/>
                  <a:pt x="-329992" y="4698001"/>
                  <a:pt x="29287" y="296522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alpha val="0"/>
                </a:schemeClr>
              </a:gs>
            </a:gsLst>
            <a:lin ang="12000000" scaled="0"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mpty seats in a movie theater">
            <a:extLst>
              <a:ext uri="{FF2B5EF4-FFF2-40B4-BE49-F238E27FC236}">
                <a16:creationId xmlns:a16="http://schemas.microsoft.com/office/drawing/2014/main" id="{38E4D34C-4C11-C4C9-9F9A-AC5EDE08D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rcRect t="4812" r="-2" b="10740"/>
          <a:stretch>
            <a:fillRect/>
          </a:stretch>
        </p:blipFill>
        <p:spPr>
          <a:xfrm>
            <a:off x="-13395" y="3811"/>
            <a:ext cx="12204996" cy="6879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6FB8F0-2042-CBFB-F0A8-964723FB0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0140" y="1645449"/>
            <a:ext cx="6351568" cy="2085740"/>
          </a:xfrm>
          <a:effectLst>
            <a:outerShdw blurRad="63500" sx="102000" sy="102000" algn="ctr" rotWithShape="0">
              <a:schemeClr val="tx2">
                <a:alpha val="4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altLang="zh-CN" sz="4000">
                <a:solidFill>
                  <a:srgbClr val="FFFFFF"/>
                </a:solidFill>
              </a:rPr>
              <a:t>Stage 2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3D6CA-60FE-B3BB-8814-2E3865653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0140" y="3845584"/>
            <a:ext cx="6351568" cy="1400607"/>
          </a:xfrm>
          <a:effectLst>
            <a:outerShdw blurRad="63500" sx="102000" sy="102000" algn="ctr" rotWithShape="0">
              <a:schemeClr val="tx2">
                <a:alpha val="4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sz="2000">
                <a:solidFill>
                  <a:srgbClr val="FFFFFF"/>
                </a:solidFill>
              </a:rPr>
              <a:t>chu</a:t>
            </a:r>
          </a:p>
        </p:txBody>
      </p:sp>
    </p:spTree>
    <p:extLst>
      <p:ext uri="{BB962C8B-B14F-4D97-AF65-F5344CB8AC3E}">
        <p14:creationId xmlns:p14="http://schemas.microsoft.com/office/powerpoint/2010/main" val="299252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0E1F37"/>
                </a:solidFill>
                <a:latin typeface="Aptos"/>
              </a:rPr>
              <a:t>Given V, Learn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901952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dirty="0">
                <a:solidFill>
                  <a:srgbClr val="2363A4"/>
                </a:solidFill>
                <a:latin typeface="Aptos"/>
              </a:rPr>
              <a:t>Can a learned causal graph improve OOD prediction and intervention-effect estimation?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24231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73152" cy="1508760"/>
          </a:xfrm>
          <a:prstGeom prst="rect">
            <a:avLst/>
          </a:prstGeom>
          <a:solidFill>
            <a:srgbClr val="23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995928"/>
            <a:ext cx="214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363A4"/>
                </a:solidFill>
                <a:latin typeface="Aptos"/>
              </a:rP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25112"/>
            <a:ext cx="213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42D38"/>
                </a:solidFill>
                <a:latin typeface="Aptos"/>
              </a:rPr>
              <a:t>24 observed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3429000"/>
            <a:ext cx="24231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3008" y="3429000"/>
            <a:ext cx="73152" cy="1508760"/>
          </a:xfrm>
          <a:prstGeom prst="rect">
            <a:avLst/>
          </a:prstGeom>
          <a:solidFill>
            <a:srgbClr val="1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8" y="3995928"/>
            <a:ext cx="214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148B8B"/>
                </a:solidFill>
                <a:latin typeface="Aptos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4325112"/>
            <a:ext cx="213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42D38"/>
                </a:solidFill>
                <a:latin typeface="Aptos"/>
              </a:rPr>
              <a:t>72 candidate edges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3429000"/>
            <a:ext cx="24231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54496" y="3429000"/>
            <a:ext cx="73152" cy="1508760"/>
          </a:xfrm>
          <a:prstGeom prst="rect">
            <a:avLst/>
          </a:prstGeom>
          <a:solidFill>
            <a:srgbClr val="E6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3995928"/>
            <a:ext cx="214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E67D2D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325112"/>
            <a:ext cx="213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42D38"/>
                </a:solidFill>
                <a:latin typeface="Aptos"/>
              </a:rPr>
              <a:t>collision dynamics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3429000"/>
            <a:ext cx="242316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15984" y="3429000"/>
            <a:ext cx="73152" cy="1508760"/>
          </a:xfrm>
          <a:prstGeom prst="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98864" y="3995928"/>
            <a:ext cx="2148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C33F3F"/>
                </a:solidFill>
                <a:latin typeface="Aptos"/>
              </a:rP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4325112"/>
            <a:ext cx="2130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242D38"/>
                </a:solidFill>
                <a:latin typeface="Aptos"/>
              </a:rPr>
              <a:t>exogenous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33F3F"/>
                </a:solidFill>
                <a:latin typeface="Aptos"/>
              </a:rPr>
              <a:t>Main result: correct structure is extremely valuable, but the current learned graph does not recover it.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FBD56F-07FC-58EA-237D-6897F08DC170}"/>
              </a:ext>
            </a:extLst>
          </p:cNvPr>
          <p:cNvSpPr txBox="1"/>
          <p:nvPr/>
        </p:nvSpPr>
        <p:spPr>
          <a:xfrm>
            <a:off x="685800" y="2900203"/>
            <a:ext cx="100584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1" dirty="0">
                <a:solidFill>
                  <a:srgbClr val="2363A4"/>
                </a:solidFill>
                <a:latin typeface="Aptos"/>
              </a:rPr>
              <a:t>The four components of Causality:</a:t>
            </a:r>
            <a:endParaRPr sz="1900" b="1" dirty="0">
              <a:solidFill>
                <a:srgbClr val="2363A4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What this stage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607082"/>
                </a:solidFill>
                <a:latin typeface="Aptos"/>
              </a:rPr>
              <a:t>Stage </a:t>
            </a:r>
            <a:r>
              <a:rPr lang="en-US" b="0" dirty="0">
                <a:solidFill>
                  <a:srgbClr val="607082"/>
                </a:solidFill>
                <a:latin typeface="Aptos"/>
              </a:rPr>
              <a:t>2</a:t>
            </a:r>
            <a:r>
              <a:rPr b="0" dirty="0">
                <a:solidFill>
                  <a:srgbClr val="607082"/>
                </a:solidFill>
                <a:latin typeface="Aptos"/>
              </a:rPr>
              <a:t> assumes named variables V are given; the only target is the causal graph 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5603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73152" cy="1325880"/>
          </a:xfrm>
          <a:prstGeom prst="rect">
            <a:avLst/>
          </a:prstGeom>
          <a:solidFill>
            <a:srgbClr val="23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63A4"/>
                </a:solidFill>
                <a:latin typeface="Aptos"/>
              </a:rPr>
              <a:t>1. Generate SCM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33472"/>
            <a:ext cx="226771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D38"/>
                </a:solidFill>
                <a:latin typeface="Aptos"/>
              </a:rPr>
              <a:t>Known physics F, graph G, noise 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194560"/>
            <a:ext cx="25603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93008" y="2194560"/>
            <a:ext cx="73152" cy="1325880"/>
          </a:xfrm>
          <a:prstGeom prst="rect">
            <a:avLst/>
          </a:prstGeom>
          <a:solidFill>
            <a:srgbClr val="E6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8" y="2304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D2D"/>
                </a:solidFill>
                <a:latin typeface="Aptos"/>
              </a:rPr>
              <a:t>2. Add decoys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633472"/>
            <a:ext cx="226771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D38"/>
                </a:solidFill>
                <a:latin typeface="Aptos"/>
              </a:rPr>
              <a:t>17 non-causes; including strong proxies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2194560"/>
            <a:ext cx="25603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45936" y="2194560"/>
            <a:ext cx="73152" cy="1325880"/>
          </a:xfrm>
          <a:prstGeom prst="rect">
            <a:avLst/>
          </a:prstGeom>
          <a:solidFill>
            <a:srgbClr val="1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8816" y="2304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8B8B"/>
                </a:solidFill>
                <a:latin typeface="Aptos"/>
              </a:rPr>
              <a:t>3. Train 6 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633472"/>
            <a:ext cx="226771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D38"/>
                </a:solidFill>
                <a:latin typeface="Aptos"/>
              </a:rPr>
              <a:t>Black-box, graph, random, oracle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98863" y="2194560"/>
            <a:ext cx="256032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98863" y="2194560"/>
            <a:ext cx="73152" cy="1325880"/>
          </a:xfrm>
          <a:prstGeom prst="rect">
            <a:avLst/>
          </a:prstGeom>
          <a:solidFill>
            <a:srgbClr val="2D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81743" y="23042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8755"/>
                </a:solidFill>
                <a:latin typeface="Aptos"/>
              </a:rPr>
              <a:t>4. Test causality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2633472"/>
            <a:ext cx="2267712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D38"/>
                </a:solidFill>
                <a:latin typeface="Aptos"/>
              </a:rPr>
              <a:t>OOD + paired interventions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02920" y="4776621"/>
                <a:ext cx="1078992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2200" b="1" dirty="0">
                    <a:solidFill>
                      <a:srgbClr val="0E1F37"/>
                    </a:solidFill>
                    <a:latin typeface="Aptos"/>
                  </a:rPr>
                  <a:t>Core SCM view: 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ₜ₊₁ = 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ₜ, 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ₜ₊₁ ; 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2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sz="2200" b="1" dirty="0">
                  <a:solidFill>
                    <a:srgbClr val="0E1F37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776621"/>
                <a:ext cx="10789920" cy="430887"/>
              </a:xfrm>
              <a:prstGeom prst="rect">
                <a:avLst/>
              </a:prstGeom>
              <a:blipFill>
                <a:blip r:embed="rId2"/>
                <a:stretch>
                  <a:fillRect t="-8571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868680" y="61950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607082"/>
                </a:solidFill>
                <a:latin typeface="Aptos"/>
              </a:rPr>
              <a:t>This is not yet a full world model: no pixels, no latent-state discovery, and no learned simulator.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The small world: 24 inputs, 3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7082"/>
                </a:solidFill>
                <a:latin typeface="Aptos"/>
              </a:rPr>
              <a:t>The graph task is mainly “true causes vs. decoys”; collision physics makes all 7 true causes affect all 3 outputs.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411638"/>
                  </p:ext>
                </p:extLst>
              </p:nvPr>
            </p:nvGraphicFramePr>
            <p:xfrm>
              <a:off x="640080" y="1463040"/>
              <a:ext cx="10972800" cy="3400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6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Role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Examples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Why it matters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True causes (7)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mass, force, friction</a:t>
                          </a:r>
                          <a14:m>
                            <m:oMath xmlns:m="http://schemas.openxmlformats.org/officeDocument/2006/math"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𝑎𝑛𝑔𝑙𝑒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ₜ, 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ₜ, 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ₜ, 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ₜ</m:t>
                              </m:r>
                            </m:oMath>
                          </a14:m>
                          <a:endParaRPr sz="13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May causally change Y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Outcome descendants (3)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color, sensor_v, cam_x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Useful shortcut; not a cause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Collider / proxy / parent descendants (8)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texture, shadow</a:t>
                          </a:r>
                          <a14:m>
                            <m:oMath xmlns:m="http://schemas.openxmlformats.org/officeDocument/2006/math"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3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𝑝𝑟𝑜𝑥</m:t>
                              </m:r>
                              <m:sSub>
                                <m:sSubPr>
                                  <m:ctrlPr>
                                    <a:rPr lang="ar-AE" sz="13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3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13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oMath>
                          </a14:m>
                          <a:r>
                            <a:rPr lang="ar-AE"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, </a:t>
                          </a:r>
                          <a:r>
                            <a:rPr lang="en-US"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drift, thermal</a:t>
                          </a:r>
                          <a:endParaRPr sz="13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Hard non-causes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Nonlinear proxy (1)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rms_state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Interaction feature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Pure noise (5)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bg_light, noise_1…4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Easy non-cause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0411638"/>
                  </p:ext>
                </p:extLst>
              </p:nvPr>
            </p:nvGraphicFramePr>
            <p:xfrm>
              <a:off x="640080" y="1463040"/>
              <a:ext cx="10972800" cy="34000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6666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Role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Examples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Why it matters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True causes (7)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33" t="-102151" r="-100833" b="-4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May causally change Y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Outcome descendants (3)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color, sensor_v, cam_x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Useful shortcut; not a cause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Collider / proxy / parent descendants (8)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33" t="-302151" r="-100833" b="-2021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Hard non-causes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Nonlinear proxy (1)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rms_state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Interaction feature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66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Pure noise (5)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bg_light, noise_1…4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3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Easy non-cause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ounded Rectangle 5"/>
          <p:cNvSpPr/>
          <p:nvPr/>
        </p:nvSpPr>
        <p:spPr>
          <a:xfrm>
            <a:off x="594360" y="5925311"/>
            <a:ext cx="5257800" cy="88696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82" y="6061218"/>
            <a:ext cx="73152" cy="640080"/>
          </a:xfrm>
          <a:prstGeom prst="rect">
            <a:avLst/>
          </a:prstGeom>
          <a:solidFill>
            <a:srgbClr val="E6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6035039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D2D"/>
                </a:solidFill>
                <a:latin typeface="Aptos"/>
              </a:rPr>
              <a:t>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64223"/>
            <a:ext cx="496519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D38"/>
                </a:solidFill>
                <a:latin typeface="Aptos"/>
              </a:rPr>
              <a:t>acceleration_next, velocity_next, position_next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925311"/>
            <a:ext cx="5257800" cy="88696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8776" y="6048692"/>
            <a:ext cx="73152" cy="640080"/>
          </a:xfrm>
          <a:prstGeom prst="rect">
            <a:avLst/>
          </a:prstGeom>
          <a:solidFill>
            <a:srgbClr val="14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6035039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8B8B"/>
                </a:solidFill>
                <a:latin typeface="Aptos"/>
              </a:rPr>
              <a:t>Known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6364223"/>
            <a:ext cx="4965192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242D38"/>
                </a:solidFill>
                <a:latin typeface="Aptos"/>
              </a:rPr>
              <a:t>21 true edges / 72 candidates; 29% density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C860E2-39F6-8A91-C7E9-9969EC13CD44}"/>
                  </a:ext>
                </a:extLst>
              </p:cNvPr>
              <p:cNvSpPr txBox="1"/>
              <p:nvPr/>
            </p:nvSpPr>
            <p:spPr>
              <a:xfrm>
                <a:off x="640080" y="4765077"/>
                <a:ext cx="10789919" cy="1102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,…17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𝑑𝑒𝑐𝑜𝑦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C860E2-39F6-8A91-C7E9-9969EC13C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765077"/>
                <a:ext cx="10789919" cy="1102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OOD setting and real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607082"/>
                </a:solidFill>
                <a:latin typeface="Aptos"/>
              </a:rPr>
              <a:t>The shift punishes shortcut correlations while preserving the true physical mechanism</a:t>
            </a:r>
            <a:r>
              <a:rPr sz="1100" b="0" dirty="0">
                <a:solidFill>
                  <a:srgbClr val="607082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188720"/>
          </a:xfrm>
          <a:prstGeom prst="rect">
            <a:avLst/>
          </a:prstGeom>
          <a:solidFill>
            <a:srgbClr val="236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63A4"/>
                </a:solidFill>
                <a:latin typeface="Aptos"/>
              </a:rPr>
              <a:t>Train →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56232"/>
            <a:ext cx="50566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42D38"/>
                </a:solidFill>
                <a:latin typeface="Aptos"/>
              </a:rPr>
              <a:t>Mass has zero support overlap; other physical inputs also shift. Decoy relationships flip sign at 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49240" cy="118872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2" y="1417320"/>
            <a:ext cx="73152" cy="1188720"/>
          </a:xfrm>
          <a:prstGeom prst="rect">
            <a:avLst/>
          </a:prstGeom>
          <a:solidFill>
            <a:srgbClr val="E6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1527048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D2D"/>
                </a:solidFill>
                <a:latin typeface="Aptos"/>
              </a:rPr>
              <a:t>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856232"/>
            <a:ext cx="50566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242D38"/>
                </a:solidFill>
                <a:latin typeface="Aptos"/>
              </a:rPr>
              <a:t>Six </a:t>
            </a:r>
            <a:r>
              <a:rPr sz="1600" b="0" dirty="0" err="1">
                <a:solidFill>
                  <a:srgbClr val="242D38"/>
                </a:solidFill>
                <a:latin typeface="Aptos"/>
              </a:rPr>
              <a:t>substeps</a:t>
            </a:r>
            <a:r>
              <a:rPr sz="1600" b="0" dirty="0">
                <a:solidFill>
                  <a:srgbClr val="242D38"/>
                </a:solidFill>
                <a:latin typeface="Aptos"/>
              </a:rPr>
              <a:t> with quadratic drag, wall reflection, and restitution.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2800820"/>
                <a:ext cx="10515600" cy="3619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rgbClr val="242D38"/>
                    </a:solidFill>
                    <a:latin typeface="Cambria Math" panose="02040503050406030204" pitchFamily="18" charset="0"/>
                  </a:rPr>
                  <a:t>mechanism (f):</a:t>
                </a:r>
                <a:endParaRPr lang="en-US" b="0" i="1" dirty="0">
                  <a:solidFill>
                    <a:srgbClr val="242D38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b="0" i="1" dirty="0">
                  <a:solidFill>
                    <a:srgbClr val="242D38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i="1" dirty="0">
                  <a:solidFill>
                    <a:srgbClr val="242D38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b="0" i="1" dirty="0">
                  <a:solidFill>
                    <a:srgbClr val="242D38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= [</m:t>
                      </m:r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dirty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) −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] / </m:t>
                      </m:r>
                      <m:r>
                        <a:rPr lang="en-US" b="0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 + 0.15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:endParaRPr lang="en-US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:endParaRPr lang="en-US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If hit the wall: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242D3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242D38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242D38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solidFill>
                                  <a:srgbClr val="242D38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242D38"/>
                    </a:solidFill>
                    <a:latin typeface="Aptos"/>
                  </a:rPr>
                  <a:t> will sign flip</a:t>
                </a:r>
              </a:p>
              <a:p>
                <a:pPr algn="ctr"/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In</a:t>
                </a:r>
                <a:r>
                  <a:rPr lang="en-US" dirty="0">
                    <a:solidFill>
                      <a:srgbClr val="242D38"/>
                    </a:solidFill>
                    <a:latin typeface="Aptos"/>
                  </a:rPr>
                  <a:t> the end: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m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mr>
                    </m:m>
                    <m:r>
                      <a:rPr lang="en-US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0" dirty="0">
                  <a:solidFill>
                    <a:srgbClr val="242D38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232" y="2800820"/>
                <a:ext cx="10515600" cy="3619837"/>
              </a:xfrm>
              <a:prstGeom prst="rect">
                <a:avLst/>
              </a:prstGeom>
              <a:blipFill>
                <a:blip r:embed="rId2"/>
                <a:stretch>
                  <a:fillRect l="-290" t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The six methods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30352" y="932688"/>
                <a:ext cx="10972800" cy="1592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607082"/>
                    </a:solidFill>
                    <a:latin typeface="Aptos"/>
                  </a:rPr>
                  <a:t>Graph arms use one head per output: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Ŷⱼ = 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ⱼ</m:t>
                    </m:r>
                    <m:d>
                      <m:dPr>
                        <m:ctrlPr>
                          <a:rPr lang="ar-AE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ar-AE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 ⊙ </m:t>
                        </m:r>
                        <m:sSub>
                          <m:sSubPr>
                            <m:ctrlPr>
                              <a:rPr lang="ar-AE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ar-AE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</m:sub>
                        </m:sSub>
                        <m:r>
                          <a:rPr lang="ar-AE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ⱼ</m:t>
                        </m:r>
                      </m:e>
                    </m:d>
                    <m:r>
                      <a:rPr lang="ar-AE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𝒕𝒓𝒖𝒆</m:t>
                        </m:r>
                      </m:sub>
                    </m:sSub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𝒕𝒓𝒖𝒆</m:t>
                        </m:r>
                      </m:sup>
                    </m:sSup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𝟐𝟒</m:t>
                        </m:r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1" i="1" dirty="0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𝑱</m:t>
                    </m:r>
                  </m:oMath>
                </a14:m>
                <a:r>
                  <a:rPr lang="en-US" b="1" dirty="0">
                    <a:solidFill>
                      <a:srgbClr val="60708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b="1" dirty="0">
                  <a:solidFill>
                    <a:srgbClr val="607082"/>
                  </a:solidFill>
                  <a:latin typeface="Aptos"/>
                </a:endParaRPr>
              </a:p>
              <a:p>
                <a:pPr algn="l"/>
                <a:endParaRPr lang="en-US" b="1" dirty="0">
                  <a:solidFill>
                    <a:srgbClr val="607082"/>
                  </a:solidFill>
                  <a:latin typeface="Aptos"/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𝒕𝒓𝒖𝒆</m:t>
                        </m:r>
                      </m:sup>
                    </m:sSubSup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60708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solidFill>
                              <a:srgbClr val="607082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b="1" i="1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rgbClr val="607082"/>
                    </a:solidFill>
                    <a:latin typeface="Aptos"/>
                  </a:rPr>
                  <a:t> 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607082"/>
                        </a:solidFill>
                        <a:latin typeface="Cambria Math" panose="02040503050406030204" pitchFamily="18" charset="0"/>
                      </a:rPr>
                      <m:t>[]</m:t>
                    </m:r>
                  </m:oMath>
                </a14:m>
                <a:r>
                  <a:rPr lang="en-US" b="1" dirty="0">
                    <a:solidFill>
                      <a:srgbClr val="607082"/>
                    </a:solidFill>
                    <a:latin typeface="Aptos"/>
                  </a:rPr>
                  <a:t> here means if condition is true)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b="1" i="1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  <m:sup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𝒍𝒆𝒂𝒓𝒏𝒆𝒅</m:t>
                          </m:r>
                        </m:sup>
                      </m:sSubSup>
                      <m:r>
                        <a:rPr lang="en-US" b="1" i="1" smtClean="0">
                          <a:solidFill>
                            <a:srgbClr val="6070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607082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solidFill>
                            <a:srgbClr val="60708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𝒆𝒙𝒑</m:t>
                          </m:r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607082"/>
                                  </a:solidFill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b="1" i="1" smtClean="0">
                              <a:solidFill>
                                <a:srgbClr val="60708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b="1" dirty="0">
                  <a:solidFill>
                    <a:srgbClr val="607082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" y="932688"/>
                <a:ext cx="10972800" cy="1592295"/>
              </a:xfrm>
              <a:prstGeom prst="rect">
                <a:avLst/>
              </a:prstGeom>
              <a:blipFill>
                <a:blip r:embed="rId2"/>
                <a:stretch>
                  <a:fillRect l="-444" t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631898"/>
                  </p:ext>
                </p:extLst>
              </p:nvPr>
            </p:nvGraphicFramePr>
            <p:xfrm>
              <a:off x="586587" y="2725919"/>
              <a:ext cx="11018520" cy="38940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58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397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2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6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Arm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Implementation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Purpose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monolithic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𝑚𝑜𝑛𝑜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𝑎𝑙𝑙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𝑑𝑒𝑐𝑜𝑦𝑠</m:t>
                                </m:r>
                                <m:r>
                                  <a:rPr lang="en-US" sz="1600" b="0" i="1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16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Plain black-box baseline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ensemble_mono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Average of 5 monolithic MLPs,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ar-AE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16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16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𝑚𝑜𝑛𝑜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bSup>
                              <m:r>
                                <a:rPr lang="en-US" sz="16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,…</m:t>
                              </m:r>
                              <m:sSubSup>
                                <m:sSubSupPr>
                                  <m:ctrlPr>
                                    <a:rPr lang="ar-AE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16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16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𝑚𝑜𝑛𝑜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</m:oMath>
                          </a14:m>
                          <a:endParaRPr sz="16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Strong non-causal robustness baseline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per_node_full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Three output heads; A = 1,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b="0" i="1" kern="120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1600" b="0" i="1" kern="1200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1600" b="0" i="1" kern="1200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1600" b="0" i="1" kern="120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600" b="0" i="1" kern="120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𝒇</m:t>
                              </m:r>
                              <m:r>
                                <a:rPr lang="en-US" sz="1600" b="0" i="1" kern="1200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ⱼ</m:t>
                              </m:r>
                              <m:d>
                                <m:dPr>
                                  <m:ctrlPr>
                                    <a:rPr lang="ar-AE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𝑿</m:t>
                                  </m:r>
                                  <m:r>
                                    <a:rPr lang="ar-AE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⊙</m:t>
                                  </m:r>
                                  <m: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1600" b="0" i="1" kern="1200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kern="1200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𝑿</m:t>
                                  </m:r>
                                </m:e>
                              </m:d>
                            </m:oMath>
                          </a14:m>
                          <a:endParaRPr sz="1600" b="0" i="1" kern="1200" dirty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Separates heads from masking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learned_graph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kern="1200" dirty="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𝐴</m:t>
                                </m:r>
                                <m:r>
                                  <a:rPr lang="en-US" sz="1600" i="1" kern="1200" dirty="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ᵢⱼ = </m:t>
                                </m:r>
                                <m:r>
                                  <a:rPr lang="en-US" sz="1600" i="1" kern="1200" dirty="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𝑠𝑖𝑔𝑚𝑜𝑖𝑑</m:t>
                                </m:r>
                                <m:d>
                                  <m:dPr>
                                    <m:ctrlPr>
                                      <a:rPr lang="en-US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  <m:r>
                                      <a:rPr lang="en-US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𝑊</m:t>
                                    </m:r>
                                    <m:r>
                                      <a:rPr lang="en-US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ᵢⱼ</m:t>
                                    </m:r>
                                  </m:e>
                                </m:d>
                                <m:r>
                                  <a:rPr lang="en-US" sz="1600" i="1" kern="1200" dirty="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;</m:t>
                                </m:r>
                                <m:sSub>
                                  <m:sSubPr>
                                    <m:ctrlPr>
                                      <a:rPr lang="en-US" sz="160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sz="1600" i="1" kern="120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ar-AE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𝑿</m:t>
                                    </m:r>
                                    <m:r>
                                      <a:rPr lang="ar-AE" sz="1600" i="1" kern="1200" dirty="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⊙ </m:t>
                                    </m:r>
                                    <m:sSub>
                                      <m:sSubPr>
                                        <m:ctrlPr>
                                          <a:rPr lang="ar-AE" sz="160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60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𝑨</m:t>
                                        </m:r>
                                      </m:e>
                                      <m:sub>
                                        <m:r>
                                          <a:rPr lang="ar-AE" sz="160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:</m:t>
                                        </m:r>
                                        <m:r>
                                          <a:rPr lang="en-US" sz="1600" b="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,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lang="en-US" sz="160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ⱼ</m:t>
                                        </m:r>
                                      </m:e>
                                      <m:sup>
                                        <m:r>
                                          <a:rPr lang="en-US" sz="1600" b="0" i="1" kern="1200" dirty="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𝑙𝑒𝑎𝑟𝑛𝑒𝑑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sz="1600" i="1" kern="1200" dirty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Our graph gate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76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random_graph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Frozen wrong soft mask; same 21 open edges,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𝑟𝑎𝑛𝑑𝑜𝑚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oMath>
                          </a14:m>
                          <a:endParaRPr sz="16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Controls masking / regularization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291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oracle_graph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rgbClr val="242D38"/>
                              </a:solidFill>
                            </a:rPr>
                            <a:t>Same network but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160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</m:oMath>
                          </a14:m>
                          <a:r>
                            <a:rPr lang="en-US"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6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ar-AE" sz="160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r>
                                <a:rPr lang="en-US" sz="160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{0,1}</m:t>
                              </m:r>
                            </m:oMath>
                          </a14:m>
                          <a:endParaRPr lang="en-US" sz="16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b="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0" i="1" kern="1200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𝑣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  <m: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𝑜𝑟𝑎𝑐𝑙𝑒</m:t>
                                    </m:r>
                                  </m:sup>
                                </m:sSubSup>
                                <m:r>
                                  <a:rPr lang="en-US" sz="1600" b="0" i="1" kern="1200" smtClean="0">
                                    <a:solidFill>
                                      <a:srgbClr val="242D38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600" b="0" i="1" kern="1200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600" b="0" i="1" smtClean="0">
                                            <a:solidFill>
                                              <a:srgbClr val="242D38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𝑎𝑙𝑙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rgbClr val="242D38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𝑑𝑒𝑐𝑜𝑦𝑠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sz="1600" dirty="0">
                            <a:solidFill>
                              <a:srgbClr val="242D38"/>
                            </a:solidFill>
                            <a:latin typeface="Aptos"/>
                          </a:endParaRP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Upper bound: value of correct G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631898"/>
                  </p:ext>
                </p:extLst>
              </p:nvPr>
            </p:nvGraphicFramePr>
            <p:xfrm>
              <a:off x="586587" y="2725919"/>
              <a:ext cx="11018520" cy="38940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58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397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728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63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Arm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Implementation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20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Purpose</a:t>
                          </a:r>
                        </a:p>
                      </a:txBody>
                      <a:tcPr>
                        <a:solidFill>
                          <a:srgbClr val="0E1F3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monolithic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64948" r="-66777" b="-4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Plain black-box baseline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ensemble_mono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164948" r="-66777" b="-3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Strong non-causal robustness baseline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per_node_full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264948" r="-66777" b="-2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Separates heads from masking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17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learned_graph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364948" r="-66777" b="-198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Our graph gate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47661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random_graph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501111" r="-66777" b="-11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Controls masking / regularization</a:t>
                          </a:r>
                        </a:p>
                      </a:txBody>
                      <a:tcPr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2910">
                    <a:tc>
                      <a:txBody>
                        <a:bodyPr/>
                        <a:lstStyle/>
                        <a:p>
                          <a:pPr algn="l"/>
                          <a:r>
                            <a:rPr sz="1600">
                              <a:solidFill>
                                <a:srgbClr val="242D38"/>
                              </a:solidFill>
                              <a:latin typeface="Aptos"/>
                            </a:rPr>
                            <a:t>oracle_graph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2673" t="-546465" r="-66777" b="-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dirty="0">
                              <a:solidFill>
                                <a:srgbClr val="242D38"/>
                              </a:solidFill>
                              <a:latin typeface="Aptos"/>
                            </a:rPr>
                            <a:t>Upper bound: value of correct G</a:t>
                          </a:r>
                        </a:p>
                      </a:txBody>
                      <a:tcPr>
                        <a:solidFill>
                          <a:srgbClr val="F4F7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80BD6-907F-7ABE-F488-EA04094F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E64538-4B60-B2FB-6677-8440DE1D1535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5808D-C1C6-55A9-B2EE-A0D543675655}"/>
                  </a:ext>
                </a:extLst>
              </p:cNvPr>
              <p:cNvSpPr txBox="1"/>
              <p:nvPr/>
            </p:nvSpPr>
            <p:spPr>
              <a:xfrm>
                <a:off x="502920" y="411480"/>
                <a:ext cx="110642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700" b="1" dirty="0">
                    <a:solidFill>
                      <a:srgbClr val="0E1F37"/>
                    </a:solidFill>
                    <a:latin typeface="Aptos"/>
                  </a:rPr>
                  <a:t>Loss function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242D3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sz="2700" b="1" dirty="0">
                  <a:solidFill>
                    <a:srgbClr val="0E1F3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65808D-C1C6-55A9-B2EE-A0D543675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411480"/>
                <a:ext cx="11064240" cy="523220"/>
              </a:xfrm>
              <a:prstGeom prst="rect">
                <a:avLst/>
              </a:prstGeom>
              <a:blipFill>
                <a:blip r:embed="rId2"/>
                <a:stretch>
                  <a:fillRect l="-1047" t="-8235" b="-3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FCDE28-C429-80D1-4D79-A3809DD668CF}"/>
                  </a:ext>
                </a:extLst>
              </p:cNvPr>
              <p:cNvSpPr txBox="1"/>
              <p:nvPr/>
            </p:nvSpPr>
            <p:spPr>
              <a:xfrm>
                <a:off x="502920" y="910068"/>
                <a:ext cx="11246494" cy="6302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We aren’t just learning the G, we are trying to reduce the loss function, and the total loss function: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𝑝𝑒𝑛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242D38"/>
                  </a:solidFill>
                  <a:latin typeface="Aptos"/>
                </a:endParaRPr>
              </a:p>
              <a:p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For each of them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</a:rPr>
                          <m:t>𝑝𝑎𝑖𝑟</m:t>
                        </m:r>
                      </m:sub>
                    </m:sSub>
                    <m:r>
                      <a:rPr lang="en-US" sz="2000" i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i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solidFill>
                          <a:srgbClr val="242D3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 are hyperparameters):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𝑜𝑏𝑠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b="0" i="1" smtClean="0">
                                                  <a:solidFill>
                                                    <a:srgbClr val="242D38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rgbClr val="242D38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0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242D38"/>
                  </a:solidFill>
                  <a:latin typeface="Aptos"/>
                </a:endParaRPr>
              </a:p>
              <a:p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At this point, the model must predict not only the outcome but also its own level of uncertainty.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242D38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𝑝𝑎𝑖𝑟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 Loss of intervention effectiveness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000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𝑐𝑓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𝑏𝑎𝑠𝑒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solidFill>
                    <a:srgbClr val="242D38"/>
                  </a:solidFill>
                  <a:latin typeface="Aptos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𝑝𝑎𝑖𝑟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i="1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000" i="1">
                                                  <a:solidFill>
                                                    <a:srgbClr val="242D38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242D38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 smtClean="0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242D38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en-US" sz="2000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242D38"/>
                  </a:solidFill>
                  <a:latin typeface="Aptos"/>
                </a:endParaRPr>
              </a:p>
              <a:p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The model is required not only to predict the output for each sample but also to predict how much the output should change in response to a change in an input.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𝑝𝑒𝑛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000" b="0" i="1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242D38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24×3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dirty="0" smtClean="0">
                              <a:solidFill>
                                <a:srgbClr val="242D38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b="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m:rPr>
                                  <m:brk m:alnAt="23"/>
                                </m:rPr>
                                <a:rPr lang="en-US" sz="2000" b="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000" b="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dirty="0" smtClean="0">
                                  <a:solidFill>
                                    <a:srgbClr val="242D38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dirty="0" smtClean="0">
                                      <a:solidFill>
                                        <a:srgbClr val="242D38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solidFill>
                                            <a:srgbClr val="242D38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solidFill>
                    <a:srgbClr val="242D38"/>
                  </a:solidFill>
                  <a:latin typeface="Aptos"/>
                </a:endParaRPr>
              </a:p>
              <a:p>
                <a:r>
                  <a:rPr lang="en-US" sz="2000" dirty="0">
                    <a:solidFill>
                      <a:srgbClr val="242D38"/>
                    </a:solidFill>
                    <a:latin typeface="Aptos"/>
                  </a:rPr>
                  <a:t>Bias the gate towards smaller values ​​to encourage fewer edges.</a:t>
                </a:r>
              </a:p>
              <a:p>
                <a:pPr algn="l"/>
                <a:endParaRPr sz="1600" dirty="0">
                  <a:solidFill>
                    <a:srgbClr val="242D3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FCDE28-C429-80D1-4D79-A3809DD6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910068"/>
                <a:ext cx="11246494" cy="6302110"/>
              </a:xfrm>
              <a:prstGeom prst="rect">
                <a:avLst/>
              </a:prstGeom>
              <a:blipFill>
                <a:blip r:embed="rId3"/>
                <a:stretch>
                  <a:fillRect l="-597" t="-484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23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How does learned_graph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07082"/>
                </a:solidFill>
                <a:latin typeface="Aptos"/>
              </a:rPr>
              <a:t>A learned soft adjacency mask chooses how much each input is shown to each output head</a:t>
            </a:r>
            <a:r>
              <a:rPr sz="1100" b="0" dirty="0">
                <a:solidFill>
                  <a:srgbClr val="607082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TextBox 5"/>
          <p:cNvSpPr txBox="1"/>
          <p:nvPr/>
        </p:nvSpPr>
        <p:spPr>
          <a:xfrm>
            <a:off x="667512" y="17556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63A4"/>
                </a:solidFill>
                <a:latin typeface="Aptos"/>
              </a:rPr>
              <a:t>mass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TextBox 7"/>
          <p:cNvSpPr txBox="1"/>
          <p:nvPr/>
        </p:nvSpPr>
        <p:spPr>
          <a:xfrm>
            <a:off x="667512" y="24414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63A4"/>
                </a:solidFill>
                <a:latin typeface="Aptos"/>
              </a:rPr>
              <a:t>force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0175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/>
          <p:cNvSpPr txBox="1"/>
          <p:nvPr/>
        </p:nvSpPr>
        <p:spPr>
          <a:xfrm>
            <a:off x="667512" y="31272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363A4"/>
                </a:solidFill>
                <a:latin typeface="Aptos"/>
              </a:rPr>
              <a:t>velocityₜ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11"/>
          <p:cNvSpPr txBox="1"/>
          <p:nvPr/>
        </p:nvSpPr>
        <p:spPr>
          <a:xfrm>
            <a:off x="667512" y="38130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33F3F"/>
                </a:solidFill>
                <a:latin typeface="Aptos"/>
              </a:rPr>
              <a:t>sensor_v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3891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667512" y="44988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33F3F"/>
                </a:solidFill>
                <a:latin typeface="Aptos"/>
              </a:rPr>
              <a:t>color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074920"/>
            <a:ext cx="141732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667512" y="5184648"/>
            <a:ext cx="1271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07082"/>
                </a:solidFill>
                <a:latin typeface="Aptos"/>
              </a:rPr>
              <a:t>… 19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1554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07082"/>
                </a:solidFill>
                <a:latin typeface="Aptos"/>
              </a:rPr>
              <a:t>Blue = true cause
Red = decoy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2423160"/>
            <a:ext cx="2011680" cy="1508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2862072" y="2532888"/>
                <a:ext cx="1865376" cy="1171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 dirty="0">
                    <a:solidFill>
                      <a:srgbClr val="148B8B"/>
                    </a:solidFill>
                    <a:latin typeface="Aptos"/>
                  </a:rPr>
                  <a:t>Learned gate
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ᶫᵉᵃʳⁿᵉᵈ = 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sz="1400" b="1" i="1" dirty="0" smtClean="0">
                        <a:solidFill>
                          <a:srgbClr val="148B8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400" b="1" dirty="0">
                    <a:solidFill>
                      <a:srgbClr val="148B8B"/>
                    </a:solidFill>
                    <a:latin typeface="Aptos"/>
                  </a:rPr>
                  <a:t>
24 × 3 soft matrix</a:t>
                </a: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072" y="2532888"/>
                <a:ext cx="1865376" cy="1171603"/>
              </a:xfrm>
              <a:prstGeom prst="rect">
                <a:avLst/>
              </a:prstGeom>
              <a:blipFill>
                <a:blip r:embed="rId2"/>
                <a:stretch>
                  <a:fillRect t="-1042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or 19"/>
          <p:cNvCxnSpPr/>
          <p:nvPr/>
        </p:nvCxnSpPr>
        <p:spPr>
          <a:xfrm>
            <a:off x="2011680" y="1837944"/>
            <a:ext cx="731520" cy="1316736"/>
          </a:xfrm>
          <a:prstGeom prst="line">
            <a:avLst/>
          </a:prstGeom>
          <a:ln w="20320">
            <a:solidFill>
              <a:srgbClr val="236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11680" y="2523744"/>
            <a:ext cx="731520" cy="630936"/>
          </a:xfrm>
          <a:prstGeom prst="line">
            <a:avLst/>
          </a:prstGeom>
          <a:ln w="20320">
            <a:solidFill>
              <a:srgbClr val="236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011680" y="3154680"/>
            <a:ext cx="731520" cy="54864"/>
          </a:xfrm>
          <a:prstGeom prst="line">
            <a:avLst/>
          </a:prstGeom>
          <a:ln w="20320">
            <a:solidFill>
              <a:srgbClr val="2363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11680" y="3154680"/>
            <a:ext cx="731520" cy="740664"/>
          </a:xfrm>
          <a:prstGeom prst="line">
            <a:avLst/>
          </a:prstGeom>
          <a:ln w="20320">
            <a:solidFill>
              <a:srgbClr val="C3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11680" y="3154680"/>
            <a:ext cx="731520" cy="1426464"/>
          </a:xfrm>
          <a:prstGeom prst="line">
            <a:avLst/>
          </a:prstGeom>
          <a:ln w="20320">
            <a:solidFill>
              <a:srgbClr val="C3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11680" y="3154680"/>
            <a:ext cx="731520" cy="2112264"/>
          </a:xfrm>
          <a:prstGeom prst="line">
            <a:avLst/>
          </a:prstGeom>
          <a:ln w="20320">
            <a:solidFill>
              <a:srgbClr val="60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06440" y="1828800"/>
            <a:ext cx="214884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7" name="TextBox 26"/>
          <p:cNvSpPr txBox="1"/>
          <p:nvPr/>
        </p:nvSpPr>
        <p:spPr>
          <a:xfrm>
            <a:off x="5879592" y="1938528"/>
            <a:ext cx="2002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D2D"/>
                </a:solidFill>
                <a:latin typeface="Aptos"/>
              </a:rPr>
              <a:t>Head 1
accelerationₜ₊₁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846320" y="2212848"/>
            <a:ext cx="914400" cy="941832"/>
          </a:xfrm>
          <a:prstGeom prst="line">
            <a:avLst/>
          </a:prstGeom>
          <a:ln w="20320">
            <a:solidFill>
              <a:srgbClr val="14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806440" y="3246120"/>
            <a:ext cx="214884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5879592" y="3355848"/>
            <a:ext cx="2002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D2D"/>
                </a:solidFill>
                <a:latin typeface="Aptos"/>
              </a:rPr>
              <a:t>Head 2
velocityₜ₊₁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46320" y="3154680"/>
            <a:ext cx="914400" cy="475488"/>
          </a:xfrm>
          <a:prstGeom prst="line">
            <a:avLst/>
          </a:prstGeom>
          <a:ln w="20320">
            <a:solidFill>
              <a:srgbClr val="14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806440" y="4663440"/>
            <a:ext cx="2148840" cy="77724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3" name="TextBox 32"/>
          <p:cNvSpPr txBox="1"/>
          <p:nvPr/>
        </p:nvSpPr>
        <p:spPr>
          <a:xfrm>
            <a:off x="5879592" y="4773168"/>
            <a:ext cx="2002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D2D"/>
                </a:solidFill>
                <a:latin typeface="Aptos"/>
              </a:rPr>
              <a:t>Head 3
positionₜ₊₁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846320" y="3154680"/>
            <a:ext cx="914400" cy="1892808"/>
          </a:xfrm>
          <a:prstGeom prst="line">
            <a:avLst/>
          </a:prstGeom>
          <a:ln w="20320">
            <a:solidFill>
              <a:srgbClr val="148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35440" y="2057400"/>
            <a:ext cx="146304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9308592" y="2167128"/>
                <a:ext cx="13167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ŷ</m:t>
                      </m:r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cy-GB" sz="1400" b="1" i="1" dirty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ₜ₊₁</m:t>
                      </m:r>
                    </m:oMath>
                  </m:oMathPara>
                </a14:m>
                <a:endParaRPr sz="1400" b="1" dirty="0">
                  <a:solidFill>
                    <a:srgbClr val="2363A4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592" y="2167128"/>
                <a:ext cx="1316736" cy="307777"/>
              </a:xfrm>
              <a:prstGeom prst="rect">
                <a:avLst/>
              </a:prstGeom>
              <a:blipFill>
                <a:blip r:embed="rId3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Connector 36"/>
          <p:cNvCxnSpPr/>
          <p:nvPr/>
        </p:nvCxnSpPr>
        <p:spPr>
          <a:xfrm>
            <a:off x="8001000" y="2212848"/>
            <a:ext cx="1188720" cy="36576"/>
          </a:xfrm>
          <a:prstGeom prst="line">
            <a:avLst/>
          </a:prstGeom>
          <a:ln w="20320">
            <a:solidFill>
              <a:srgbClr val="E6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35440" y="3474720"/>
            <a:ext cx="146304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9308592" y="3584448"/>
                <a:ext cx="13167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ŷ</m:t>
                      </m:r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cy-GB" sz="1400" b="1" i="1" dirty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ₜ₊₁</m:t>
                      </m:r>
                    </m:oMath>
                  </m:oMathPara>
                </a14:m>
                <a:endParaRPr sz="1400" b="1" dirty="0">
                  <a:solidFill>
                    <a:srgbClr val="2363A4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592" y="3584448"/>
                <a:ext cx="1316736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Connector 39"/>
          <p:cNvCxnSpPr>
            <a:cxnSpLocks/>
            <a:stCxn id="29" idx="3"/>
          </p:cNvCxnSpPr>
          <p:nvPr/>
        </p:nvCxnSpPr>
        <p:spPr>
          <a:xfrm>
            <a:off x="7955280" y="3634740"/>
            <a:ext cx="1234440" cy="32004"/>
          </a:xfrm>
          <a:prstGeom prst="line">
            <a:avLst/>
          </a:prstGeom>
          <a:ln w="20320">
            <a:solidFill>
              <a:srgbClr val="E6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35440" y="4892040"/>
            <a:ext cx="1463040" cy="384048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9308592" y="4956549"/>
                <a:ext cx="13167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ŷ</m:t>
                      </m:r>
                      <m:r>
                        <a:rPr lang="cy-GB" sz="1400" b="1" i="1" dirty="0" smtClean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cy-GB" sz="1400" b="1" i="1" dirty="0">
                          <a:solidFill>
                            <a:srgbClr val="2363A4"/>
                          </a:solidFill>
                          <a:latin typeface="Cambria Math" panose="02040503050406030204" pitchFamily="18" charset="0"/>
                        </a:rPr>
                        <m:t>ₜ₊₁</m:t>
                      </m:r>
                    </m:oMath>
                  </m:oMathPara>
                </a14:m>
                <a:endParaRPr sz="1400" b="1" dirty="0">
                  <a:solidFill>
                    <a:srgbClr val="2363A4"/>
                  </a:solidFill>
                  <a:latin typeface="Aptos"/>
                </a:endParaRPr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8592" y="4956549"/>
                <a:ext cx="1316736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or 42"/>
          <p:cNvCxnSpPr>
            <a:cxnSpLocks/>
            <a:stCxn id="32" idx="3"/>
          </p:cNvCxnSpPr>
          <p:nvPr/>
        </p:nvCxnSpPr>
        <p:spPr>
          <a:xfrm>
            <a:off x="7955280" y="5052060"/>
            <a:ext cx="1234440" cy="32004"/>
          </a:xfrm>
          <a:prstGeom prst="line">
            <a:avLst/>
          </a:prstGeom>
          <a:ln w="20320">
            <a:solidFill>
              <a:srgbClr val="E67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3090672" y="6105937"/>
                <a:ext cx="5577840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cy-GB" sz="1800" b="1" dirty="0">
                    <a:solidFill>
                      <a:srgbClr val="0E1F37"/>
                    </a:solidFill>
                    <a:latin typeface="Aptos"/>
                  </a:rPr>
                  <a:t>For output j:     </a:t>
                </a:r>
                <a14:m>
                  <m:oMath xmlns:m="http://schemas.openxmlformats.org/officeDocument/2006/math">
                    <m:r>
                      <a:rPr lang="cy-GB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ŷⱼ = </m:t>
                    </m:r>
                    <m:r>
                      <a:rPr lang="cy-GB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cy-GB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ⱼ(</m:t>
                    </m:r>
                    <m:r>
                      <a:rPr lang="cy-GB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cy-GB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 ⊙ </m:t>
                    </m:r>
                    <m:sSub>
                      <m:sSubPr>
                        <m:ctrlPr>
                          <a:rPr lang="en-US" sz="1800" b="1" i="1" dirty="0" smtClean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 smtClean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sz="1800" b="1" i="1" dirty="0" smtClean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:,</m:t>
                        </m:r>
                        <m:r>
                          <a:rPr lang="en-US" sz="1800" b="1" i="1" dirty="0" smtClean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cy-GB" sz="1800" b="1" i="1" dirty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800" b="1" dirty="0">
                  <a:solidFill>
                    <a:srgbClr val="0E1F3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672" y="6105937"/>
                <a:ext cx="5577840" cy="395621"/>
              </a:xfrm>
              <a:prstGeom prst="rect">
                <a:avLst/>
              </a:prstGeom>
              <a:blipFill>
                <a:blip r:embed="rId6"/>
                <a:stretch>
                  <a:fillRect t="-6154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8168640" y="1327571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C33F3F"/>
                </a:solidFill>
                <a:latin typeface="Aptos"/>
              </a:rPr>
              <a:t>Important: A is a soft mask, not yet a proven causal mechanism.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Result 1: OOD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607082"/>
                </a:solidFill>
                <a:latin typeface="Aptos"/>
              </a:rPr>
              <a:t>OOD RMSE; lower is better; reference = monolithic.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71600"/>
          <a:ext cx="6492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vs mono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d_z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Wins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monolithic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1.2759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ensemble_mono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1.2026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−5.7%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−0.40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37/50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per_node_full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1.3800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10/50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learned_graph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2.0298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+59.1%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+3.65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random_graph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2.0112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+57.6%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oracle_graph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0.4550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−64.3%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−3.98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50/50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79" y="1508760"/>
          <a:ext cx="40233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5257800"/>
            <a:ext cx="3703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33F3F"/>
                </a:solidFill>
                <a:latin typeface="Aptos"/>
              </a:rPr>
              <a:t>Oracle gives a huge ceiling. Learned graph ≈ wrong random graph and loses to black-box models.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E3F5AE-5A26-8F13-95BB-B97E9C87C4B3}"/>
                  </a:ext>
                </a:extLst>
              </p:cNvPr>
              <p:cNvSpPr txBox="1"/>
              <p:nvPr/>
            </p:nvSpPr>
            <p:spPr>
              <a:xfrm>
                <a:off x="7635240" y="6120217"/>
                <a:ext cx="4309577" cy="653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It ask: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AE3F5AE-5A26-8F13-95BB-B97E9C87C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6120217"/>
                <a:ext cx="4309577" cy="653769"/>
              </a:xfrm>
              <a:prstGeom prst="rect">
                <a:avLst/>
              </a:prstGeom>
              <a:blipFill>
                <a:blip r:embed="rId3"/>
                <a:stretch>
                  <a:fillRect l="-1275" t="-5607" b="-14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AF6C7-D67E-CFB4-BB78-1D8A7550A21E}"/>
                  </a:ext>
                </a:extLst>
              </p:cNvPr>
              <p:cNvSpPr txBox="1"/>
              <p:nvPr/>
            </p:nvSpPr>
            <p:spPr>
              <a:xfrm>
                <a:off x="685800" y="5541264"/>
                <a:ext cx="6492240" cy="1169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3AF6C7-D67E-CFB4-BB78-1D8A7550A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541264"/>
                <a:ext cx="6492240" cy="1169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Result 2: OOD intervention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7082"/>
                </a:solidFill>
                <a:latin typeface="Aptos"/>
              </a:rPr>
              <a:t>OOD √PEHE; lower is better; reference = monolithic.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509575"/>
              </p:ext>
            </p:extLst>
          </p:nvPr>
        </p:nvGraphicFramePr>
        <p:xfrm>
          <a:off x="685800" y="1371600"/>
          <a:ext cx="6492240" cy="387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vs mono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d_z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Wins</a:t>
                      </a:r>
                    </a:p>
                  </a:txBody>
                  <a:tcPr>
                    <a:solidFill>
                      <a:srgbClr val="0E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48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monolithic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242D38"/>
                          </a:solidFill>
                          <a:latin typeface="Aptos"/>
                        </a:rPr>
                        <a:t>0.5294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ensemble_mono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0.4841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−8.6%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−0.63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40/50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per_node_full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0.5892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+11.3%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5/50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learned_graph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0.8204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+55.0%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+3.47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random_graph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0.8129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+53.5%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+3.00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2/50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oracle_graph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0.1810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−65.8%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42D38"/>
                          </a:solidFill>
                          <a:latin typeface="Aptos"/>
                        </a:rPr>
                        <a:t>−4.27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dirty="0">
                          <a:solidFill>
                            <a:srgbClr val="242D38"/>
                          </a:solidFill>
                          <a:latin typeface="Aptos"/>
                        </a:rPr>
                        <a:t>50/50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634945"/>
              </p:ext>
            </p:extLst>
          </p:nvPr>
        </p:nvGraphicFramePr>
        <p:xfrm>
          <a:off x="7498079" y="1508760"/>
          <a:ext cx="402336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40" y="5257800"/>
            <a:ext cx="402336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C33F3F"/>
                </a:solidFill>
                <a:latin typeface="Aptos"/>
              </a:rPr>
              <a:t>The same pattern holds for causal effects: the current gate is not </a:t>
            </a:r>
            <a:r>
              <a:rPr sz="1500" b="1" dirty="0">
                <a:solidFill>
                  <a:srgbClr val="C33F3F"/>
                </a:solidFill>
                <a:latin typeface="Aptos"/>
              </a:rPr>
              <a:t>intervention-reliable.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577C8-DA68-70AF-51F9-3DCE8E70DE59}"/>
                  </a:ext>
                </a:extLst>
              </p:cNvPr>
              <p:cNvSpPr txBox="1"/>
              <p:nvPr/>
            </p:nvSpPr>
            <p:spPr>
              <a:xfrm>
                <a:off x="685800" y="5313144"/>
                <a:ext cx="6492240" cy="1584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𝑑𝑜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`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𝑃𝐸𝐻𝐸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acc>
                                                <m:accPr>
                                                  <m:chr m:val="̃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  <a:ea typeface="Cambria Math" panose="02040503050406030204" pitchFamily="18" charset="0"/>
                                                    </a:rPr>
                                                    <m:t>𝜏</m:t>
                                                  </m:r>
                                                </m:e>
                                              </m:acc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8577C8-DA68-70AF-51F9-3DCE8E70D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313144"/>
                <a:ext cx="6492240" cy="1584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467893-C5C2-1FD6-0AA1-41498269EBD0}"/>
                  </a:ext>
                </a:extLst>
              </p:cNvPr>
              <p:cNvSpPr txBox="1"/>
              <p:nvPr/>
            </p:nvSpPr>
            <p:spPr>
              <a:xfrm>
                <a:off x="6530320" y="5963647"/>
                <a:ext cx="6492240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It asks: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`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𝑑𝑜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`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E467893-C5C2-1FD6-0AA1-41498269E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320" y="5963647"/>
                <a:ext cx="6492240" cy="681982"/>
              </a:xfrm>
              <a:prstGeom prst="rect">
                <a:avLst/>
              </a:prstGeom>
              <a:blipFill>
                <a:blip r:embed="rId4"/>
                <a:stretch>
                  <a:fillRect l="-751" t="-5357" b="-1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Good news and bad news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32688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7082"/>
                </a:solidFill>
                <a:latin typeface="Aptos"/>
              </a:rPr>
              <a:t>This is not a null result: it separates “structure matters” from “our graph learner works.”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57800" cy="3794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794760"/>
          </a:xfrm>
          <a:prstGeom prst="rect">
            <a:avLst/>
          </a:prstGeom>
          <a:solidFill>
            <a:srgbClr val="2D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8755"/>
                </a:solidFill>
                <a:latin typeface="Aptos"/>
              </a:rPr>
              <a:t>GOOD NEWS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56232"/>
            <a:ext cx="49651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242D38"/>
                </a:solidFill>
                <a:latin typeface="Aptos"/>
              </a:rPr>
              <a:t>• Oracle wins 50/50 seeds on both metrics.
• Correct G gives ~64–66% improvement.
• Random graph is bad: correctness matters, not just masking.
• Ensemble is a strong baseline and improves black-box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417320"/>
            <a:ext cx="5257800" cy="37947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6208" y="1417320"/>
            <a:ext cx="73152" cy="3794760"/>
          </a:xfrm>
          <a:prstGeom prst="rect">
            <a:avLst/>
          </a:prstGeom>
          <a:solidFill>
            <a:srgbClr val="C3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27048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33F3F"/>
                </a:solidFill>
                <a:latin typeface="Aptos"/>
              </a:rPr>
              <a:t>BAD NEWS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19088" y="1856232"/>
                <a:ext cx="4965192" cy="2341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•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𝑙𝑒𝑎𝑟𝑛𝑒𝑑</m:t>
                    </m:r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𝑔𝑟𝑎𝑝ℎ</m:t>
                    </m:r>
                    <m:r>
                      <a:rPr lang="en-US" b="0" i="1" dirty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is 55–59% worse than mono.
•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𝑙𝑒𝑎𝑟𝑛𝑒𝑑</m:t>
                    </m:r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𝑔𝑟𝑎𝑝ℎ</m:t>
                    </m:r>
                    <m:r>
                      <a:rPr lang="en-US" b="0" i="1" dirty="0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n-US" b="0" i="1" dirty="0" err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𝑟𝑎𝑛𝑑𝑜𝑚</m:t>
                    </m:r>
                    <m:r>
                      <a:rPr lang="en-US" b="0" i="1" dirty="0" err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err="1">
                        <a:solidFill>
                          <a:srgbClr val="242D38"/>
                        </a:solidFill>
                        <a:latin typeface="Cambria Math" panose="02040503050406030204" pitchFamily="18" charset="0"/>
                      </a:rPr>
                      <m:t>𝑔𝑟𝑎𝑝ℎ</m:t>
                    </m:r>
                  </m:oMath>
                </a14:m>
                <a:r>
                  <a:rPr lang="en-US" b="0" dirty="0">
                    <a:solidFill>
                      <a:srgbClr val="242D38"/>
                    </a:solidFill>
                    <a:latin typeface="Aptos"/>
                  </a:rPr>
                  <a:t>. 
• Per-output heads alone do not help.
• We cannot claim the learned gate improves causal robustness</a:t>
                </a:r>
                <a:r>
                  <a:rPr lang="en-US" sz="1200" b="0" dirty="0">
                    <a:solidFill>
                      <a:srgbClr val="242D38"/>
                    </a:solidFill>
                    <a:latin typeface="Aptos"/>
                  </a:rPr>
                  <a:t>.</a:t>
                </a:r>
                <a:endParaRPr sz="1200" b="0" dirty="0">
                  <a:solidFill>
                    <a:srgbClr val="242D38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9088" y="1856232"/>
                <a:ext cx="4965192" cy="2341475"/>
              </a:xfrm>
              <a:prstGeom prst="rect">
                <a:avLst/>
              </a:prstGeom>
              <a:blipFill>
                <a:blip r:embed="rId2"/>
                <a:stretch>
                  <a:fillRect l="-982" t="-1302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0E1F37"/>
                </a:solidFill>
                <a:latin typeface="Aptos"/>
              </a:rPr>
              <a:t>Defensible conclusion: the task rewards correct causal structure, but the current gate is not learning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Why did learned_graph fail?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477" y="1508760"/>
            <a:ext cx="3584323" cy="1551976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709566" y="1655063"/>
            <a:ext cx="3249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D2D"/>
                </a:solidFill>
                <a:latin typeface="Aptos"/>
              </a:rPr>
              <a:t>1. It is mostly feature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637" y="2039112"/>
            <a:ext cx="3201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8"/>
                </a:solidFill>
                <a:latin typeface="Aptos"/>
              </a:rPr>
              <a:t>All true causes affect all outputs, so the graph is dense.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797" y="1508760"/>
            <a:ext cx="3584323" cy="1551976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4412886" y="1655063"/>
            <a:ext cx="3249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33F3F"/>
                </a:solidFill>
                <a:latin typeface="Aptos"/>
              </a:rPr>
              <a:t>2. A gate is not a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4957" y="2039112"/>
            <a:ext cx="3201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8"/>
                </a:solidFill>
                <a:latin typeface="Aptos"/>
              </a:rPr>
              <a:t>The MLP can still hide shortcuts inside fⱼ.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7117" y="1508760"/>
            <a:ext cx="3584323" cy="1551976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8116205" y="1655063"/>
            <a:ext cx="3249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363A4"/>
                </a:solidFill>
                <a:latin typeface="Aptos"/>
              </a:rPr>
              <a:t>3. Proxies work during ID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8276" y="2039112"/>
            <a:ext cx="3201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8"/>
                </a:solidFill>
                <a:latin typeface="Aptos"/>
              </a:rPr>
              <a:t>Prediction loss rewards shortcuts before the OOD sign flip.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477" y="3383279"/>
            <a:ext cx="3584323" cy="1551976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709566" y="3529584"/>
            <a:ext cx="3249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B8B"/>
                </a:solidFill>
                <a:latin typeface="Aptos"/>
              </a:rPr>
              <a:t>4. One training environment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637" y="3913631"/>
            <a:ext cx="3201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8"/>
                </a:solidFill>
                <a:latin typeface="Aptos"/>
              </a:rPr>
              <a:t>Little evidence tells stable causes from unstable correlations.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33797" y="3383279"/>
            <a:ext cx="3584323" cy="1551976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4412886" y="3529584"/>
            <a:ext cx="32497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33F3F"/>
                </a:solidFill>
                <a:latin typeface="Aptos"/>
              </a:rPr>
              <a:t>5. No explicit 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4957" y="3913631"/>
            <a:ext cx="32019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2D38"/>
                </a:solidFill>
                <a:latin typeface="Aptos"/>
              </a:rPr>
              <a:t>Point prediction mixes noise, hidden factors, and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1F37"/>
                </a:solidFill>
                <a:latin typeface="Aptos"/>
              </a:rPr>
              <a:t>Evidence: learned_graph ≈ random_graph, while oracle_graph is much better.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Future improvements: fixed G first, DyCIL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2065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607082"/>
                </a:solidFill>
                <a:latin typeface="Aptos"/>
              </a:rPr>
              <a:t>Do not jump directly to a dynamic graph. First recover a useful fixed G; then add state- and environment-dependent 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29184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527048"/>
            <a:ext cx="31455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2363A4"/>
                </a:solidFill>
                <a:latin typeface="Aptos"/>
              </a:rPr>
              <a:t>Step 1 — Fixed temporal SCM
Vₜ, Aₜ → Vₜ₊₁
Learn a sparse fixed G and per-state mechanisms Fᵢ.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9184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527048"/>
            <a:ext cx="31455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E67D2D"/>
                </a:solidFill>
                <a:latin typeface="Aptos"/>
              </a:rPr>
              <a:t>Step 2 — Validate graph
Learned G must beat random G
on SHD / AUPRC, OOD RMSE, and √PEHE.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17320"/>
            <a:ext cx="3291840" cy="173736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527048"/>
            <a:ext cx="314553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48B8B"/>
                </a:solidFill>
                <a:latin typeface="Aptos"/>
              </a:rPr>
              <a:t>Step 3 — Add U
p(Vₜ₊₁ | Vₜ, Aₜ, G)
Evaluate NLL, coverage, and calibration.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50208" y="2029968"/>
            <a:ext cx="457200" cy="0"/>
          </a:xfrm>
          <a:prstGeom prst="line">
            <a:avLst/>
          </a:prstGeom>
          <a:ln w="20320">
            <a:solidFill>
              <a:srgbClr val="0E1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44968" y="2029968"/>
            <a:ext cx="457200" cy="0"/>
          </a:xfrm>
          <a:prstGeom prst="line">
            <a:avLst/>
          </a:prstGeom>
          <a:ln w="20320">
            <a:solidFill>
              <a:srgbClr val="0E1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8660" y="3409585"/>
            <a:ext cx="10744200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090" y="3401568"/>
            <a:ext cx="91440" cy="2011680"/>
          </a:xfrm>
          <a:prstGeom prst="rect">
            <a:avLst/>
          </a:prstGeom>
          <a:solidFill>
            <a:srgbClr val="2D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29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>
                <a:solidFill>
                  <a:srgbClr val="2D8755"/>
                </a:solidFill>
                <a:latin typeface="Aptos"/>
              </a:rPr>
              <a:t>Then borrow </a:t>
            </a:r>
            <a:r>
              <a:rPr sz="1700" b="1" dirty="0" err="1">
                <a:solidFill>
                  <a:srgbClr val="2D8755"/>
                </a:solidFill>
                <a:latin typeface="Aptos"/>
              </a:rPr>
              <a:t>DyCIL</a:t>
            </a:r>
            <a:endParaRPr sz="1700" b="1" dirty="0">
              <a:solidFill>
                <a:srgbClr val="2D8755"/>
              </a:solidFill>
              <a:latin typeface="Apto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05840" y="3840480"/>
                <a:ext cx="27432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0E1F37"/>
                    </a:solidFill>
                    <a:latin typeface="Aptos"/>
                  </a:rPr>
                  <a:t>Instead of one fixed mask A, learn:
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1800" b="1" i="1" dirty="0" smtClean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ᶜₜ = </m:t>
                    </m:r>
                    <m:r>
                      <a:rPr lang="en-US" sz="1800" b="1" i="0" dirty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𝚿</m:t>
                    </m:r>
                    <m:r>
                      <a:rPr lang="en-US" sz="1800" b="1" i="1" dirty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800" b="1" i="1" dirty="0" smtClean="0">
                            <a:solidFill>
                              <a:srgbClr val="0E1F3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sub>
                    </m:sSub>
                    <m:r>
                      <a:rPr lang="en-US" sz="1800" b="1" i="1" dirty="0">
                        <a:solidFill>
                          <a:srgbClr val="0E1F37"/>
                        </a:solidFill>
                        <a:latin typeface="Cambria Math" panose="02040503050406030204" pitchFamily="18" charset="0"/>
                      </a:rPr>
                      <m:t>ₜ)</m:t>
                    </m:r>
                  </m:oMath>
                </a14:m>
                <a:endParaRPr sz="1800" b="1" dirty="0">
                  <a:solidFill>
                    <a:srgbClr val="0E1F37"/>
                  </a:solidFill>
                  <a:latin typeface="Aptos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3840480"/>
                <a:ext cx="2743200" cy="1200329"/>
              </a:xfrm>
              <a:prstGeom prst="rect">
                <a:avLst/>
              </a:prstGeom>
              <a:blipFill>
                <a:blip r:embed="rId2"/>
                <a:stretch>
                  <a:fillRect t="-2030" b="-3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or 16"/>
          <p:cNvCxnSpPr/>
          <p:nvPr/>
        </p:nvCxnSpPr>
        <p:spPr>
          <a:xfrm>
            <a:off x="3840480" y="4343400"/>
            <a:ext cx="777240" cy="0"/>
          </a:xfrm>
          <a:prstGeom prst="line">
            <a:avLst/>
          </a:prstGeom>
          <a:ln w="20320">
            <a:solidFill>
              <a:srgbClr val="2D8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63440" y="3703320"/>
            <a:ext cx="22860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36592" y="3813048"/>
            <a:ext cx="21396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8755"/>
                </a:solidFill>
                <a:latin typeface="Aptos"/>
              </a:rPr>
              <a:t>Causal subgraph
Stable patterns used
for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703320"/>
            <a:ext cx="2286000" cy="1234440"/>
          </a:xfrm>
          <a:prstGeom prst="roundRect">
            <a:avLst/>
          </a:prstGeom>
          <a:solidFill>
            <a:srgbClr val="F4F7FB"/>
          </a:solidFill>
          <a:ln>
            <a:solidFill>
              <a:srgbClr val="E1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34072" y="3813048"/>
            <a:ext cx="21396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33F3F"/>
                </a:solidFill>
                <a:latin typeface="Aptos"/>
              </a:rPr>
              <a:t>Variant subgraph
Environment-dependent
patterns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4343400"/>
            <a:ext cx="320040" cy="0"/>
          </a:xfrm>
          <a:prstGeom prst="line">
            <a:avLst/>
          </a:prstGeom>
          <a:ln w="20320">
            <a:solidFill>
              <a:srgbClr val="C3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829800" y="3776472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1F37"/>
                </a:solidFill>
                <a:latin typeface="Aptos"/>
              </a:rPr>
              <a:t>Sample
environments e
and enforce
invariance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96128"/>
            <a:ext cx="10424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C33F3F"/>
                </a:solidFill>
                <a:latin typeface="Aptos"/>
              </a:rPr>
              <a:t>DyCIL</a:t>
            </a:r>
            <a:r>
              <a:rPr sz="1600" b="1" dirty="0">
                <a:solidFill>
                  <a:srgbClr val="C33F3F"/>
                </a:solidFill>
                <a:latin typeface="Aptos"/>
              </a:rPr>
              <a:t> is a later extension: use it only after the fixed graph is recoverable and helpful.</a:t>
            </a:r>
            <a:endParaRPr lang="en-US" sz="1600" b="1" dirty="0">
              <a:solidFill>
                <a:srgbClr val="C33F3F"/>
              </a:solidFill>
              <a:latin typeface="Aptos"/>
            </a:endParaRPr>
          </a:p>
          <a:p>
            <a:pPr algn="ctr"/>
            <a:r>
              <a:rPr lang="en-US" b="1" dirty="0">
                <a:solidFill>
                  <a:srgbClr val="C33F3F"/>
                </a:solidFill>
                <a:latin typeface="Aptos"/>
              </a:rPr>
              <a:t>The real result I aim to is: Correct G gives a large OOD advantage, but the current soft-gate method does not learn</a:t>
            </a:r>
          </a:p>
          <a:p>
            <a:pPr algn="ctr"/>
            <a:r>
              <a:rPr lang="en-US" b="1" dirty="0">
                <a:solidFill>
                  <a:srgbClr val="C33F3F"/>
                </a:solidFill>
                <a:latin typeface="Aptos"/>
              </a:rPr>
              <a:t>Next step: soft mask -&gt; Modular Dynamic SCM,</a:t>
            </a:r>
            <a:r>
              <a:rPr lang="zh-CN" altLang="en-US" b="1" dirty="0">
                <a:solidFill>
                  <a:srgbClr val="C33F3F"/>
                </a:solidFill>
                <a:latin typeface="Aptos"/>
              </a:rPr>
              <a:t> </a:t>
            </a:r>
            <a:r>
              <a:rPr lang="en-US" altLang="zh-CN" b="1" dirty="0">
                <a:solidFill>
                  <a:srgbClr val="C33F3F"/>
                </a:solidFill>
                <a:latin typeface="Aptos"/>
              </a:rPr>
              <a:t>learn G first, then F, and final, display modeling U. </a:t>
            </a:r>
            <a:endParaRPr lang="en-US" b="1" dirty="0">
              <a:solidFill>
                <a:srgbClr val="C33F3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E1F37"/>
                </a:solidFill>
                <a:latin typeface="Aptos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024128"/>
            <a:ext cx="10515600" cy="6878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dirty="0"/>
              <a:t>• Weinstein &amp; Blei (2026). Hierarchical Causal Models. JMLR 27.</a:t>
            </a:r>
            <a:endParaRPr lang="en-US" sz="2000" dirty="0"/>
          </a:p>
          <a:p>
            <a:pPr algn="l"/>
            <a:endParaRPr lang="en-US" sz="2000" dirty="0"/>
          </a:p>
          <a:p>
            <a:r>
              <a:rPr lang="en-US" sz="2000" dirty="0"/>
              <a:t>• Liu et al. (2026). Identifying Weight-Variant Latent Causal Models. JMLR 27. [</a:t>
            </a:r>
            <a:r>
              <a:rPr lang="en-US" sz="2000" dirty="0" err="1"/>
              <a:t>SuaVE</a:t>
            </a:r>
            <a:r>
              <a:rPr lang="en-US" sz="2000" dirty="0">
                <a:solidFill>
                  <a:srgbClr val="242D38"/>
                </a:solidFill>
                <a:latin typeface="Aptos"/>
              </a:rPr>
              <a:t>]</a:t>
            </a:r>
          </a:p>
          <a:p>
            <a:endParaRPr lang="en-US" sz="2000" dirty="0">
              <a:solidFill>
                <a:srgbClr val="242D38"/>
              </a:solidFill>
              <a:latin typeface="Aptos"/>
            </a:endParaRPr>
          </a:p>
          <a:p>
            <a:r>
              <a:rPr lang="en-US" sz="2000" dirty="0"/>
              <a:t>• </a:t>
            </a:r>
            <a:r>
              <a:rPr lang="en-US" sz="2000" dirty="0" err="1"/>
              <a:t>Herdeanu</a:t>
            </a:r>
            <a:r>
              <a:rPr lang="en-US" sz="2000" dirty="0"/>
              <a:t> et al. (2025). </a:t>
            </a:r>
            <a:r>
              <a:rPr lang="en-US" sz="2000" dirty="0" err="1"/>
              <a:t>CausalDynamics</a:t>
            </a:r>
            <a:r>
              <a:rPr lang="en-US" sz="2000" dirty="0"/>
              <a:t>: A Large-Scale Benchmark for Structural Discovery of Dynamical Causal Models. </a:t>
            </a:r>
            <a:r>
              <a:rPr lang="en-US" sz="2000" dirty="0" err="1"/>
              <a:t>NeurIPS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242D38"/>
                </a:solidFill>
                <a:latin typeface="Aptos"/>
              </a:rPr>
              <a:t>• </a:t>
            </a:r>
            <a:r>
              <a:rPr lang="en-US" sz="2000" dirty="0"/>
              <a:t>Bongers et al. (2021). Foundations of Structural Causal Models with Cycles and Latent Variables. Annals of Statistics.</a:t>
            </a:r>
          </a:p>
          <a:p>
            <a:endParaRPr lang="en-US" sz="2000" dirty="0"/>
          </a:p>
          <a:p>
            <a:r>
              <a:rPr lang="en-US" sz="2000" dirty="0"/>
              <a:t>• Ding et al. (2025). Understanding World or Predicting Future? A Comprehensive Survey of World Models. ACM Computing Surveys.</a:t>
            </a:r>
          </a:p>
          <a:p>
            <a:endParaRPr lang="en-US" sz="2000" dirty="0"/>
          </a:p>
          <a:p>
            <a:r>
              <a:rPr lang="en-US" sz="2000" dirty="0"/>
              <a:t>• Richens &amp; Everitt (2024). Robust Agents Learn Causal World Models. ICLR.</a:t>
            </a:r>
          </a:p>
          <a:p>
            <a:endParaRPr lang="en-US" sz="2000" dirty="0"/>
          </a:p>
          <a:p>
            <a:r>
              <a:rPr lang="en-US" sz="2000" dirty="0"/>
              <a:t>•Zhang, X., Jiao, P., Gao, M., Li, T. and Guo, X., 2026, March. Towards OOD generalization in dynamic graphs via causal invariant learning. In </a:t>
            </a:r>
            <a:r>
              <a:rPr lang="en-US" sz="2000" i="1" dirty="0"/>
              <a:t>Proceedings of the AAAI Conference on Artificial Intelligence</a:t>
            </a:r>
            <a:r>
              <a:rPr lang="en-US" sz="2000" dirty="0"/>
              <a:t> (Vol. 40, No. 19, pp. 16379-16387).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500" dirty="0">
              <a:solidFill>
                <a:srgbClr val="242D38"/>
              </a:solidFill>
              <a:latin typeface="Aptos"/>
            </a:endParaRPr>
          </a:p>
          <a:p>
            <a:pPr algn="l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1813</Words>
  <Application>Microsoft Office PowerPoint</Application>
  <PresentationFormat>Widescreen</PresentationFormat>
  <Paragraphs>259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Cambria Math</vt:lpstr>
      <vt:lpstr>Office Theme</vt:lpstr>
      <vt:lpstr>Stage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 Lin</cp:lastModifiedBy>
  <cp:revision>6</cp:revision>
  <dcterms:created xsi:type="dcterms:W3CDTF">2013-01-27T09:14:16Z</dcterms:created>
  <dcterms:modified xsi:type="dcterms:W3CDTF">2026-08-14T19:13:39Z</dcterms:modified>
  <cp:category/>
</cp:coreProperties>
</file>